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4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Hanken Grotesk" panose="020B0604020202020204" charset="0"/>
      <p:regular r:id="rId8"/>
      <p:bold r:id="rId9"/>
      <p:italic r:id="rId10"/>
      <p:boldItalic r:id="rId11"/>
    </p:embeddedFont>
    <p:embeddedFont>
      <p:font typeface="Hanken Grotesk ExtraBold" panose="020B0604020202020204" charset="0"/>
      <p:bold r:id="rId12"/>
      <p:boldItalic r:id="rId13"/>
    </p:embeddedFont>
    <p:embeddedFont>
      <p:font typeface="Hanken Grotesk Light" panose="020B0604020202020204" charset="0"/>
      <p:regular r:id="rId14"/>
      <p:bold r:id="rId15"/>
      <p:italic r:id="rId16"/>
      <p:boldItalic r:id="rId17"/>
    </p:embeddedFont>
    <p:embeddedFont>
      <p:font typeface="Hanken Grotesk Medium" panose="020B0604020202020204" charset="0"/>
      <p:regular r:id="rId18"/>
      <p:bold r:id="rId19"/>
      <p:italic r:id="rId20"/>
      <p:boldItalic r:id="rId21"/>
    </p:embeddedFont>
    <p:embeddedFont>
      <p:font typeface="Hanken Grotesk SemiBold" panose="020B0604020202020204" charset="0"/>
      <p:regular r:id="rId22"/>
      <p:bold r:id="rId23"/>
      <p:italic r:id="rId24"/>
      <p:boldItalic r:id="rId25"/>
    </p:embeddedFont>
    <p:embeddedFont>
      <p:font typeface="Inter" panose="020B0604020202020204" charset="0"/>
      <p:regular r:id="rId26"/>
      <p:bold r:id="rId27"/>
      <p:italic r:id="rId28"/>
      <p:boldItalic r:id="rId29"/>
    </p:embeddedFont>
    <p:embeddedFont>
      <p:font typeface="Neuton" panose="020B0604020202020204" charset="0"/>
      <p:regular r:id="rId30"/>
      <p:bold r:id="rId31"/>
      <p:italic r:id="rId32"/>
    </p:embeddedFont>
    <p:embeddedFont>
      <p:font typeface="Neuton Light" panose="020B0604020202020204" charset="0"/>
      <p:regular r:id="rId33"/>
      <p:bold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font" Target="fonts/font19.fntdata"/><Relationship Id="rId39" Type="http://schemas.openxmlformats.org/officeDocument/2006/relationships/tableStyles" Target="tableStyles.xml"/><Relationship Id="rId21" Type="http://schemas.openxmlformats.org/officeDocument/2006/relationships/font" Target="fonts/font14.fntdata"/><Relationship Id="rId34" Type="http://schemas.openxmlformats.org/officeDocument/2006/relationships/font" Target="fonts/font27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33" Type="http://schemas.openxmlformats.org/officeDocument/2006/relationships/font" Target="fonts/font2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font" Target="fonts/font2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32" Type="http://schemas.openxmlformats.org/officeDocument/2006/relationships/font" Target="fonts/font2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font" Target="fonts/font21.fntdata"/><Relationship Id="rId36" Type="http://schemas.openxmlformats.org/officeDocument/2006/relationships/presProps" Target="pres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openxmlformats.org/officeDocument/2006/relationships/font" Target="fonts/font24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font" Target="fonts/font20.fntdata"/><Relationship Id="rId30" Type="http://schemas.openxmlformats.org/officeDocument/2006/relationships/font" Target="fonts/font23.fntdata"/><Relationship Id="rId35" Type="http://schemas.openxmlformats.org/officeDocument/2006/relationships/font" Target="fonts/font28.fntdata"/><Relationship Id="rId8" Type="http://schemas.openxmlformats.org/officeDocument/2006/relationships/font" Target="fonts/font1.fntdata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fb26ce25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3fb26ce251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fb26ce251e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3fb26ce251e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fb26ce251e_0_5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3fb26ce251e_0_5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fb26ce251e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fb26ce251e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3fb26ce251e_0_7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3fb26ce251e_0_7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Background">
  <p:cSld name="CUSTOM"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1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2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3"/>
          </p:nvPr>
        </p:nvSpPr>
        <p:spPr>
          <a:xfrm>
            <a:off x="5539488" y="43872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4"/>
          </p:nvPr>
        </p:nvSpPr>
        <p:spPr>
          <a:xfrm>
            <a:off x="7040700" y="43872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CUSTOM_7_1_1_1_1_1_1_1_1_1_1_1_1_1_1_1_1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322100" y="47000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2"/>
          </p:nvPr>
        </p:nvSpPr>
        <p:spPr>
          <a:xfrm>
            <a:off x="4322100" y="538525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3"/>
          </p:nvPr>
        </p:nvSpPr>
        <p:spPr>
          <a:xfrm>
            <a:off x="4322100" y="1061300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4"/>
          </p:nvPr>
        </p:nvSpPr>
        <p:spPr>
          <a:xfrm>
            <a:off x="4322100" y="1560213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5"/>
          </p:nvPr>
        </p:nvSpPr>
        <p:spPr>
          <a:xfrm>
            <a:off x="4322100" y="2094363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6"/>
          </p:nvPr>
        </p:nvSpPr>
        <p:spPr>
          <a:xfrm>
            <a:off x="4322100" y="2605313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7"/>
          </p:nvPr>
        </p:nvSpPr>
        <p:spPr>
          <a:xfrm>
            <a:off x="4322100" y="3120113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ubTitle" idx="8"/>
          </p:nvPr>
        </p:nvSpPr>
        <p:spPr>
          <a:xfrm>
            <a:off x="4322100" y="3634825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ubTitle" idx="9"/>
          </p:nvPr>
        </p:nvSpPr>
        <p:spPr>
          <a:xfrm>
            <a:off x="4322100" y="4152488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ubTitle" idx="13"/>
          </p:nvPr>
        </p:nvSpPr>
        <p:spPr>
          <a:xfrm>
            <a:off x="4322100" y="4667200"/>
            <a:ext cx="3958800" cy="45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euton Light"/>
              <a:buNone/>
              <a:defRPr sz="28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4"/>
          </p:nvPr>
        </p:nvSpPr>
        <p:spPr>
          <a:xfrm>
            <a:off x="8440475" y="35300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5"/>
          </p:nvPr>
        </p:nvSpPr>
        <p:spPr>
          <a:xfrm>
            <a:off x="8440475" y="526825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16"/>
          </p:nvPr>
        </p:nvSpPr>
        <p:spPr>
          <a:xfrm>
            <a:off x="8440475" y="1049600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ubTitle" idx="17"/>
          </p:nvPr>
        </p:nvSpPr>
        <p:spPr>
          <a:xfrm>
            <a:off x="8440475" y="1548513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2" name="Google Shape;32;p3"/>
          <p:cNvSpPr txBox="1">
            <a:spLocks noGrp="1"/>
          </p:cNvSpPr>
          <p:nvPr>
            <p:ph type="subTitle" idx="18"/>
          </p:nvPr>
        </p:nvSpPr>
        <p:spPr>
          <a:xfrm>
            <a:off x="8440475" y="2082663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subTitle" idx="19"/>
          </p:nvPr>
        </p:nvSpPr>
        <p:spPr>
          <a:xfrm>
            <a:off x="8440475" y="2593613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subTitle" idx="20"/>
          </p:nvPr>
        </p:nvSpPr>
        <p:spPr>
          <a:xfrm>
            <a:off x="8440475" y="3108413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ubTitle" idx="21"/>
          </p:nvPr>
        </p:nvSpPr>
        <p:spPr>
          <a:xfrm>
            <a:off x="8440475" y="3623125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22"/>
          </p:nvPr>
        </p:nvSpPr>
        <p:spPr>
          <a:xfrm>
            <a:off x="8440475" y="4140788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subTitle" idx="23"/>
          </p:nvPr>
        </p:nvSpPr>
        <p:spPr>
          <a:xfrm>
            <a:off x="8440475" y="4655500"/>
            <a:ext cx="703500" cy="452700"/>
          </a:xfrm>
          <a:prstGeom prst="rect">
            <a:avLst/>
          </a:prstGeom>
        </p:spPr>
        <p:txBody>
          <a:bodyPr spcFirstLastPara="1" wrap="square" lIns="0" tIns="0" rIns="72000" bIns="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anken Grotesk"/>
              <a:buNone/>
              <a:defRPr sz="2800"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title"/>
          </p:nvPr>
        </p:nvSpPr>
        <p:spPr>
          <a:xfrm>
            <a:off x="594025" y="184702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sz="1000" b="1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Folder Orange">
  <p:cSld name="CUSTOM_1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3" name="Google Shape;43;p4"/>
          <p:cNvSpPr txBox="1">
            <a:spLocks noGrp="1"/>
          </p:cNvSpPr>
          <p:nvPr>
            <p:ph type="subTitle" idx="3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ubTitle" idx="4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399000" y="2328176"/>
            <a:ext cx="6881700" cy="781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title" idx="5"/>
          </p:nvPr>
        </p:nvSpPr>
        <p:spPr>
          <a:xfrm>
            <a:off x="1399000" y="3779000"/>
            <a:ext cx="6881700" cy="7740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title" idx="6"/>
          </p:nvPr>
        </p:nvSpPr>
        <p:spPr>
          <a:xfrm>
            <a:off x="1399000" y="858998"/>
            <a:ext cx="6881700" cy="7815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Hanken Grotesk Light"/>
              <a:buNone/>
              <a:defRPr sz="4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399001" y="4559050"/>
            <a:ext cx="1440300" cy="252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399026" y="3106187"/>
            <a:ext cx="1440300" cy="252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399001" y="1640387"/>
            <a:ext cx="1440300" cy="252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" name="Google Shape;51;p4"/>
          <p:cNvSpPr txBox="1">
            <a:spLocks noGrp="1"/>
          </p:cNvSpPr>
          <p:nvPr>
            <p:ph type="title" idx="7"/>
          </p:nvPr>
        </p:nvSpPr>
        <p:spPr>
          <a:xfrm>
            <a:off x="1552450" y="3144818"/>
            <a:ext cx="1133400" cy="176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title" idx="8"/>
          </p:nvPr>
        </p:nvSpPr>
        <p:spPr>
          <a:xfrm>
            <a:off x="1552450" y="4601474"/>
            <a:ext cx="1133400" cy="176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53" name="Google Shape;53;p4"/>
          <p:cNvSpPr txBox="1">
            <a:spLocks noGrp="1"/>
          </p:cNvSpPr>
          <p:nvPr>
            <p:ph type="title" idx="9"/>
          </p:nvPr>
        </p:nvSpPr>
        <p:spPr>
          <a:xfrm>
            <a:off x="1552450" y="1678277"/>
            <a:ext cx="1133400" cy="176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54" name="Google Shape;54;p4"/>
          <p:cNvSpPr>
            <a:spLocks noGrp="1"/>
          </p:cNvSpPr>
          <p:nvPr>
            <p:ph type="pic" idx="13"/>
          </p:nvPr>
        </p:nvSpPr>
        <p:spPr>
          <a:xfrm>
            <a:off x="325850" y="928525"/>
            <a:ext cx="930900" cy="930900"/>
          </a:xfrm>
          <a:prstGeom prst="roundRect">
            <a:avLst>
              <a:gd name="adj" fmla="val 12343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5" name="Google Shape;55;p4"/>
          <p:cNvSpPr>
            <a:spLocks noGrp="1"/>
          </p:cNvSpPr>
          <p:nvPr>
            <p:ph type="pic" idx="14"/>
          </p:nvPr>
        </p:nvSpPr>
        <p:spPr>
          <a:xfrm>
            <a:off x="325850" y="2396325"/>
            <a:ext cx="930900" cy="930900"/>
          </a:xfrm>
          <a:prstGeom prst="roundRect">
            <a:avLst>
              <a:gd name="adj" fmla="val 12343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6" name="Google Shape;56;p4"/>
          <p:cNvSpPr>
            <a:spLocks noGrp="1"/>
          </p:cNvSpPr>
          <p:nvPr>
            <p:ph type="pic" idx="15"/>
          </p:nvPr>
        </p:nvSpPr>
        <p:spPr>
          <a:xfrm>
            <a:off x="325850" y="3849175"/>
            <a:ext cx="930900" cy="930900"/>
          </a:xfrm>
          <a:prstGeom prst="roundRect">
            <a:avLst>
              <a:gd name="adj" fmla="val 12343"/>
            </a:avLst>
          </a:prstGeom>
          <a:solidFill>
            <a:schemeClr val="lt1"/>
          </a:solidFill>
          <a:ln>
            <a:noFill/>
          </a:ln>
        </p:spPr>
      </p:sp>
      <p:sp>
        <p:nvSpPr>
          <p:cNvPr id="57" name="Google Shape;57;p4"/>
          <p:cNvSpPr txBox="1">
            <a:spLocks noGrp="1"/>
          </p:cNvSpPr>
          <p:nvPr>
            <p:ph type="body" idx="16"/>
          </p:nvPr>
        </p:nvSpPr>
        <p:spPr>
          <a:xfrm>
            <a:off x="3060150" y="1598250"/>
            <a:ext cx="5311800" cy="403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4"/>
          <p:cNvSpPr txBox="1">
            <a:spLocks noGrp="1"/>
          </p:cNvSpPr>
          <p:nvPr>
            <p:ph type="body" idx="17"/>
          </p:nvPr>
        </p:nvSpPr>
        <p:spPr>
          <a:xfrm>
            <a:off x="3060150" y="3108200"/>
            <a:ext cx="5311800" cy="403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4"/>
          <p:cNvSpPr txBox="1">
            <a:spLocks noGrp="1"/>
          </p:cNvSpPr>
          <p:nvPr>
            <p:ph type="body" idx="18"/>
          </p:nvPr>
        </p:nvSpPr>
        <p:spPr>
          <a:xfrm>
            <a:off x="3060150" y="4553025"/>
            <a:ext cx="5311800" cy="403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Folder Orange 2">
  <p:cSld name="CUSTOM_1_2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3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4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title"/>
          </p:nvPr>
        </p:nvSpPr>
        <p:spPr>
          <a:xfrm>
            <a:off x="596525" y="753331"/>
            <a:ext cx="7062000" cy="855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title" idx="5"/>
          </p:nvPr>
        </p:nvSpPr>
        <p:spPr>
          <a:xfrm>
            <a:off x="1279000" y="2812875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title" idx="6"/>
          </p:nvPr>
        </p:nvSpPr>
        <p:spPr>
          <a:xfrm>
            <a:off x="1279000" y="3854630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"/>
          <p:cNvSpPr txBox="1">
            <a:spLocks noGrp="1"/>
          </p:cNvSpPr>
          <p:nvPr>
            <p:ph type="title" idx="7"/>
          </p:nvPr>
        </p:nvSpPr>
        <p:spPr>
          <a:xfrm>
            <a:off x="4917850" y="1749478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0" name="Google Shape;70;p5"/>
          <p:cNvSpPr txBox="1">
            <a:spLocks noGrp="1"/>
          </p:cNvSpPr>
          <p:nvPr>
            <p:ph type="title" idx="8"/>
          </p:nvPr>
        </p:nvSpPr>
        <p:spPr>
          <a:xfrm>
            <a:off x="4917850" y="3854630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5"/>
          <p:cNvSpPr txBox="1">
            <a:spLocks noGrp="1"/>
          </p:cNvSpPr>
          <p:nvPr>
            <p:ph type="title" idx="9"/>
          </p:nvPr>
        </p:nvSpPr>
        <p:spPr>
          <a:xfrm>
            <a:off x="4925175" y="2812875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5"/>
          <p:cNvSpPr>
            <a:spLocks noGrp="1"/>
          </p:cNvSpPr>
          <p:nvPr>
            <p:ph type="pic" idx="13"/>
          </p:nvPr>
        </p:nvSpPr>
        <p:spPr>
          <a:xfrm>
            <a:off x="402115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3" name="Google Shape;73;p5"/>
          <p:cNvSpPr>
            <a:spLocks noGrp="1"/>
          </p:cNvSpPr>
          <p:nvPr>
            <p:ph type="pic" idx="14"/>
          </p:nvPr>
        </p:nvSpPr>
        <p:spPr>
          <a:xfrm>
            <a:off x="402115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4" name="Google Shape;74;p5"/>
          <p:cNvSpPr>
            <a:spLocks noGrp="1"/>
          </p:cNvSpPr>
          <p:nvPr>
            <p:ph type="pic" idx="15"/>
          </p:nvPr>
        </p:nvSpPr>
        <p:spPr>
          <a:xfrm>
            <a:off x="402115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5" name="Google Shape;75;p5"/>
          <p:cNvSpPr>
            <a:spLocks noGrp="1"/>
          </p:cNvSpPr>
          <p:nvPr>
            <p:ph type="pic" idx="16"/>
          </p:nvPr>
        </p:nvSpPr>
        <p:spPr>
          <a:xfrm>
            <a:off x="377300" y="16905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6" name="Google Shape;76;p5"/>
          <p:cNvSpPr>
            <a:spLocks noGrp="1"/>
          </p:cNvSpPr>
          <p:nvPr>
            <p:ph type="pic" idx="17"/>
          </p:nvPr>
        </p:nvSpPr>
        <p:spPr>
          <a:xfrm>
            <a:off x="377300" y="2738375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" name="Google Shape;77;p5"/>
          <p:cNvSpPr>
            <a:spLocks noGrp="1"/>
          </p:cNvSpPr>
          <p:nvPr>
            <p:ph type="pic" idx="18"/>
          </p:nvPr>
        </p:nvSpPr>
        <p:spPr>
          <a:xfrm>
            <a:off x="377300" y="3789600"/>
            <a:ext cx="735600" cy="735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8" name="Google Shape;78;p5"/>
          <p:cNvSpPr txBox="1">
            <a:spLocks noGrp="1"/>
          </p:cNvSpPr>
          <p:nvPr>
            <p:ph type="title" idx="19"/>
          </p:nvPr>
        </p:nvSpPr>
        <p:spPr>
          <a:xfrm>
            <a:off x="1279000" y="1749478"/>
            <a:ext cx="2242800" cy="365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20"/>
          </p:nvPr>
        </p:nvSpPr>
        <p:spPr>
          <a:xfrm>
            <a:off x="1279000" y="2100550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body" idx="21"/>
          </p:nvPr>
        </p:nvSpPr>
        <p:spPr>
          <a:xfrm>
            <a:off x="1279000" y="4205800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body" idx="22"/>
          </p:nvPr>
        </p:nvSpPr>
        <p:spPr>
          <a:xfrm>
            <a:off x="1279000" y="3164025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body" idx="23"/>
          </p:nvPr>
        </p:nvSpPr>
        <p:spPr>
          <a:xfrm>
            <a:off x="4917850" y="2100550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body" idx="24"/>
          </p:nvPr>
        </p:nvSpPr>
        <p:spPr>
          <a:xfrm>
            <a:off x="4917850" y="4205800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body" idx="25"/>
          </p:nvPr>
        </p:nvSpPr>
        <p:spPr>
          <a:xfrm>
            <a:off x="4917850" y="3164025"/>
            <a:ext cx="2242800" cy="262500"/>
          </a:xfrm>
          <a:prstGeom prst="rect">
            <a:avLst/>
          </a:prstGeom>
        </p:spPr>
        <p:txBody>
          <a:bodyPr spcFirstLastPara="1" wrap="square" lIns="91425" tIns="36000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Folder">
  <p:cSld name="BLANK_1_1_1_1">
    <p:bg>
      <p:bgPr>
        <a:solidFill>
          <a:schemeClr val="dk2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6"/>
          <p:cNvGrpSpPr/>
          <p:nvPr/>
        </p:nvGrpSpPr>
        <p:grpSpPr>
          <a:xfrm>
            <a:off x="228600" y="210088"/>
            <a:ext cx="8686800" cy="4676475"/>
            <a:chOff x="228600" y="210088"/>
            <a:chExt cx="8686800" cy="4676475"/>
          </a:xfrm>
        </p:grpSpPr>
        <p:sp>
          <p:nvSpPr>
            <p:cNvPr id="87" name="Google Shape;87;p6"/>
            <p:cNvSpPr/>
            <p:nvPr/>
          </p:nvSpPr>
          <p:spPr>
            <a:xfrm>
              <a:off x="228600" y="566563"/>
              <a:ext cx="8686800" cy="4320000"/>
            </a:xfrm>
            <a:prstGeom prst="roundRect">
              <a:avLst>
                <a:gd name="adj" fmla="val 5406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88" name="Google Shape;88;p6"/>
            <p:cNvSpPr/>
            <p:nvPr/>
          </p:nvSpPr>
          <p:spPr>
            <a:xfrm>
              <a:off x="912237" y="210088"/>
              <a:ext cx="2245995" cy="360013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89" name="Google Shape;89;p6"/>
          <p:cNvSpPr txBox="1">
            <a:spLocks noGrp="1"/>
          </p:cNvSpPr>
          <p:nvPr>
            <p:ph type="subTitle" idx="1"/>
          </p:nvPr>
        </p:nvSpPr>
        <p:spPr>
          <a:xfrm>
            <a:off x="1224650" y="210100"/>
            <a:ext cx="1676700" cy="35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0" name="Google Shape;90;p6"/>
          <p:cNvSpPr txBox="1">
            <a:spLocks noGrp="1"/>
          </p:cNvSpPr>
          <p:nvPr>
            <p:ph type="body" idx="2"/>
          </p:nvPr>
        </p:nvSpPr>
        <p:spPr>
          <a:xfrm>
            <a:off x="593775" y="3900525"/>
            <a:ext cx="43467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 b="1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 b="1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 b="1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 b="1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 b="1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 b="1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 b="1"/>
            </a:lvl9pPr>
          </a:lstStyle>
          <a:p>
            <a:endParaRPr/>
          </a:p>
        </p:txBody>
      </p:sp>
      <p:sp>
        <p:nvSpPr>
          <p:cNvPr id="91" name="Google Shape;91;p6"/>
          <p:cNvSpPr txBox="1">
            <a:spLocks noGrp="1"/>
          </p:cNvSpPr>
          <p:nvPr>
            <p:ph type="title"/>
          </p:nvPr>
        </p:nvSpPr>
        <p:spPr>
          <a:xfrm>
            <a:off x="593775" y="984700"/>
            <a:ext cx="7948200" cy="22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7_1_1_1_1_1_1_1_1_1_1_1_1_1_1_1_1_2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spcFirstLastPara="1" wrap="square" lIns="108000" tIns="0" rIns="10800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cxnSp>
        <p:nvCxnSpPr>
          <p:cNvPr id="94" name="Google Shape;94;p7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7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96" name="Google Shape;96;p7"/>
          <p:cNvSpPr txBox="1">
            <a:spLocks noGrp="1"/>
          </p:cNvSpPr>
          <p:nvPr>
            <p:ph type="title" idx="2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spcFirstLastPara="1" wrap="square" lIns="252000" tIns="0" rIns="252000" bIns="10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97" name="Google Shape;97;p7"/>
          <p:cNvGrpSpPr/>
          <p:nvPr/>
        </p:nvGrpSpPr>
        <p:grpSpPr>
          <a:xfrm>
            <a:off x="1724267" y="547463"/>
            <a:ext cx="658200" cy="449397"/>
            <a:chOff x="2467317" y="547413"/>
            <a:chExt cx="658200" cy="449397"/>
          </a:xfrm>
        </p:grpSpPr>
        <p:sp>
          <p:nvSpPr>
            <p:cNvPr id="98" name="Google Shape;98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name="adj" fmla="val 5925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99" name="Google Shape;99;p7"/>
            <p:cNvSpPr/>
            <p:nvPr/>
          </p:nvSpPr>
          <p:spPr>
            <a:xfrm>
              <a:off x="2507750" y="547413"/>
              <a:ext cx="269319" cy="43229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0" name="Google Shape;100;p7"/>
          <p:cNvGrpSpPr/>
          <p:nvPr/>
        </p:nvGrpSpPr>
        <p:grpSpPr>
          <a:xfrm>
            <a:off x="981142" y="547476"/>
            <a:ext cx="658200" cy="449397"/>
            <a:chOff x="2467317" y="547413"/>
            <a:chExt cx="658200" cy="449397"/>
          </a:xfrm>
        </p:grpSpPr>
        <p:sp>
          <p:nvSpPr>
            <p:cNvPr id="101" name="Google Shape;101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name="adj" fmla="val 5925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>
              <a:off x="2507750" y="547413"/>
              <a:ext cx="269319" cy="43229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3" name="Google Shape;103;p7"/>
          <p:cNvGrpSpPr/>
          <p:nvPr/>
        </p:nvGrpSpPr>
        <p:grpSpPr>
          <a:xfrm>
            <a:off x="2467317" y="547413"/>
            <a:ext cx="658200" cy="449397"/>
            <a:chOff x="2467317" y="547413"/>
            <a:chExt cx="658200" cy="449397"/>
          </a:xfrm>
        </p:grpSpPr>
        <p:sp>
          <p:nvSpPr>
            <p:cNvPr id="104" name="Google Shape;104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name="adj" fmla="val 592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2507750" y="547413"/>
              <a:ext cx="269319" cy="43229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grpSp>
        <p:nvGrpSpPr>
          <p:cNvPr id="106" name="Google Shape;106;p7"/>
          <p:cNvGrpSpPr/>
          <p:nvPr/>
        </p:nvGrpSpPr>
        <p:grpSpPr>
          <a:xfrm>
            <a:off x="238017" y="549426"/>
            <a:ext cx="658200" cy="449397"/>
            <a:chOff x="2467317" y="547413"/>
            <a:chExt cx="658200" cy="449397"/>
          </a:xfrm>
        </p:grpSpPr>
        <p:sp>
          <p:nvSpPr>
            <p:cNvPr id="107" name="Google Shape;107;p7"/>
            <p:cNvSpPr/>
            <p:nvPr/>
          </p:nvSpPr>
          <p:spPr>
            <a:xfrm rot="5400000">
              <a:off x="2593167" y="464460"/>
              <a:ext cx="406500" cy="658200"/>
            </a:xfrm>
            <a:prstGeom prst="roundRect">
              <a:avLst>
                <a:gd name="adj" fmla="val 59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507750" y="547413"/>
              <a:ext cx="269319" cy="43229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Sections Grey">
  <p:cSld name="BLANK_1_1_1_1_1_1_1_1">
    <p:bg>
      <p:bgPr>
        <a:solidFill>
          <a:schemeClr val="dk2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 txBox="1">
            <a:spLocks noGrp="1"/>
          </p:cNvSpPr>
          <p:nvPr>
            <p:ph type="body" idx="1"/>
          </p:nvPr>
        </p:nvSpPr>
        <p:spPr>
          <a:xfrm>
            <a:off x="172350" y="1093875"/>
            <a:ext cx="4341600" cy="1299600"/>
          </a:xfrm>
          <a:prstGeom prst="rect">
            <a:avLst/>
          </a:prstGeom>
        </p:spPr>
        <p:txBody>
          <a:bodyPr spcFirstLastPara="1" wrap="square" lIns="180000" tIns="18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subTitle" idx="2"/>
          </p:nvPr>
        </p:nvSpPr>
        <p:spPr>
          <a:xfrm>
            <a:off x="357425" y="2974373"/>
            <a:ext cx="2048400" cy="3906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subTitle" idx="3"/>
          </p:nvPr>
        </p:nvSpPr>
        <p:spPr>
          <a:xfrm>
            <a:off x="357425" y="718250"/>
            <a:ext cx="2048400" cy="378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body" idx="4"/>
          </p:nvPr>
        </p:nvSpPr>
        <p:spPr>
          <a:xfrm>
            <a:off x="172350" y="3362406"/>
            <a:ext cx="4341600" cy="1299600"/>
          </a:xfrm>
          <a:prstGeom prst="rect">
            <a:avLst/>
          </a:prstGeom>
        </p:spPr>
        <p:txBody>
          <a:bodyPr spcFirstLastPara="1" wrap="square" lIns="180000" tIns="18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8"/>
          <p:cNvSpPr txBox="1">
            <a:spLocks noGrp="1"/>
          </p:cNvSpPr>
          <p:nvPr>
            <p:ph type="subTitle" idx="5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15" name="Google Shape;115;p8"/>
          <p:cNvSpPr txBox="1">
            <a:spLocks noGrp="1"/>
          </p:cNvSpPr>
          <p:nvPr>
            <p:ph type="subTitle" idx="6"/>
          </p:nvPr>
        </p:nvSpPr>
        <p:spPr>
          <a:xfrm>
            <a:off x="4814750" y="717075"/>
            <a:ext cx="2048400" cy="378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euton"/>
              <a:buNone/>
              <a:defRPr>
                <a:latin typeface="Neuton"/>
                <a:ea typeface="Neuton"/>
                <a:cs typeface="Neuton"/>
                <a:sym typeface="Neuton"/>
              </a:defRPr>
            </a:lvl9pPr>
          </a:lstStyle>
          <a:p>
            <a:endParaRPr/>
          </a:p>
        </p:txBody>
      </p:sp>
      <p:sp>
        <p:nvSpPr>
          <p:cNvPr id="116" name="Google Shape;116;p8"/>
          <p:cNvSpPr txBox="1">
            <a:spLocks noGrp="1"/>
          </p:cNvSpPr>
          <p:nvPr>
            <p:ph type="body" idx="7"/>
          </p:nvPr>
        </p:nvSpPr>
        <p:spPr>
          <a:xfrm>
            <a:off x="4629675" y="1092700"/>
            <a:ext cx="4341600" cy="1299600"/>
          </a:xfrm>
          <a:prstGeom prst="rect">
            <a:avLst/>
          </a:prstGeom>
        </p:spPr>
        <p:txBody>
          <a:bodyPr spcFirstLastPara="1" wrap="square" lIns="180000" tIns="18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117" name="Google Shape;117;p8"/>
          <p:cNvSpPr txBox="1">
            <a:spLocks noGrp="1"/>
          </p:cNvSpPr>
          <p:nvPr>
            <p:ph type="subTitle" idx="8"/>
          </p:nvPr>
        </p:nvSpPr>
        <p:spPr>
          <a:xfrm>
            <a:off x="4814750" y="3003375"/>
            <a:ext cx="2048400" cy="378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uton Light"/>
              <a:buNone/>
              <a:defRPr sz="22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8"/>
          <p:cNvSpPr txBox="1">
            <a:spLocks noGrp="1"/>
          </p:cNvSpPr>
          <p:nvPr>
            <p:ph type="body" idx="9"/>
          </p:nvPr>
        </p:nvSpPr>
        <p:spPr>
          <a:xfrm>
            <a:off x="4629675" y="3379000"/>
            <a:ext cx="4341600" cy="1299600"/>
          </a:xfrm>
          <a:prstGeom prst="rect">
            <a:avLst/>
          </a:prstGeom>
        </p:spPr>
        <p:txBody>
          <a:bodyPr spcFirstLastPara="1" wrap="square" lIns="180000" tIns="18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Data folders">
  <p:cSld name="CUSTOM_7_1_1_1_1_1_1_1_1_1_1_1_1_1_1_1_1_3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>
            <a:spLocks noGrp="1"/>
          </p:cNvSpPr>
          <p:nvPr>
            <p:ph type="title"/>
          </p:nvPr>
        </p:nvSpPr>
        <p:spPr>
          <a:xfrm>
            <a:off x="193900" y="1429900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21" name="Google Shape;121;p9"/>
          <p:cNvSpPr txBox="1">
            <a:spLocks noGrp="1"/>
          </p:cNvSpPr>
          <p:nvPr>
            <p:ph type="title" idx="2"/>
          </p:nvPr>
        </p:nvSpPr>
        <p:spPr>
          <a:xfrm>
            <a:off x="193900" y="1769325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22" name="Google Shape;122;p9"/>
          <p:cNvSpPr txBox="1">
            <a:spLocks noGrp="1"/>
          </p:cNvSpPr>
          <p:nvPr>
            <p:ph type="title" idx="3"/>
          </p:nvPr>
        </p:nvSpPr>
        <p:spPr>
          <a:xfrm>
            <a:off x="2391238" y="1429900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title" idx="4"/>
          </p:nvPr>
        </p:nvSpPr>
        <p:spPr>
          <a:xfrm>
            <a:off x="2391238" y="1769325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24" name="Google Shape;124;p9"/>
          <p:cNvSpPr txBox="1">
            <a:spLocks noGrp="1"/>
          </p:cNvSpPr>
          <p:nvPr>
            <p:ph type="title" idx="5"/>
          </p:nvPr>
        </p:nvSpPr>
        <p:spPr>
          <a:xfrm>
            <a:off x="4590375" y="1429900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title" idx="6"/>
          </p:nvPr>
        </p:nvSpPr>
        <p:spPr>
          <a:xfrm>
            <a:off x="4590375" y="1769325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26" name="Google Shape;126;p9"/>
          <p:cNvSpPr txBox="1">
            <a:spLocks noGrp="1"/>
          </p:cNvSpPr>
          <p:nvPr>
            <p:ph type="title" idx="7"/>
          </p:nvPr>
        </p:nvSpPr>
        <p:spPr>
          <a:xfrm>
            <a:off x="6788925" y="1429900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27" name="Google Shape;127;p9"/>
          <p:cNvSpPr txBox="1">
            <a:spLocks noGrp="1"/>
          </p:cNvSpPr>
          <p:nvPr>
            <p:ph type="title" idx="8"/>
          </p:nvPr>
        </p:nvSpPr>
        <p:spPr>
          <a:xfrm>
            <a:off x="6788925" y="1769325"/>
            <a:ext cx="2156700" cy="267000"/>
          </a:xfrm>
          <a:prstGeom prst="rect">
            <a:avLst/>
          </a:prstGeom>
        </p:spPr>
        <p:txBody>
          <a:bodyPr spcFirstLastPara="1" wrap="square" lIns="108000" tIns="0" rIns="10800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28" name="Google Shape;128;p9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29" name="Google Shape;129;p9"/>
          <p:cNvSpPr txBox="1">
            <a:spLocks noGrp="1"/>
          </p:cNvSpPr>
          <p:nvPr>
            <p:ph type="body" idx="9"/>
          </p:nvPr>
        </p:nvSpPr>
        <p:spPr>
          <a:xfrm>
            <a:off x="192900" y="2164400"/>
            <a:ext cx="2156700" cy="18303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9"/>
          <p:cNvSpPr txBox="1">
            <a:spLocks noGrp="1"/>
          </p:cNvSpPr>
          <p:nvPr>
            <p:ph type="body" idx="13"/>
          </p:nvPr>
        </p:nvSpPr>
        <p:spPr>
          <a:xfrm>
            <a:off x="2391200" y="2164400"/>
            <a:ext cx="2156700" cy="18303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9"/>
          <p:cNvSpPr txBox="1">
            <a:spLocks noGrp="1"/>
          </p:cNvSpPr>
          <p:nvPr>
            <p:ph type="body" idx="14"/>
          </p:nvPr>
        </p:nvSpPr>
        <p:spPr>
          <a:xfrm>
            <a:off x="4590600" y="2164400"/>
            <a:ext cx="2156700" cy="18303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body" idx="15"/>
          </p:nvPr>
        </p:nvSpPr>
        <p:spPr>
          <a:xfrm>
            <a:off x="6788900" y="2164400"/>
            <a:ext cx="2156700" cy="1830300"/>
          </a:xfrm>
          <a:prstGeom prst="rect">
            <a:avLst/>
          </a:prstGeom>
        </p:spPr>
        <p:txBody>
          <a:bodyPr spcFirstLastPara="1" wrap="square" lIns="108000" tIns="0" rIns="10800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Data Folders">
  <p:cSld name="CUSTOM_7_1_1_1_1_1_1_1_1_1_1_1_1_1_1_1_1_4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"/>
          <p:cNvSpPr txBox="1">
            <a:spLocks noGrp="1"/>
          </p:cNvSpPr>
          <p:nvPr>
            <p:ph type="title"/>
          </p:nvPr>
        </p:nvSpPr>
        <p:spPr>
          <a:xfrm>
            <a:off x="193900" y="795678"/>
            <a:ext cx="2856900" cy="267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35" name="Google Shape;135;p10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36" name="Google Shape;136;p10"/>
          <p:cNvSpPr txBox="1">
            <a:spLocks noGrp="1"/>
          </p:cNvSpPr>
          <p:nvPr>
            <p:ph type="title" idx="2"/>
          </p:nvPr>
        </p:nvSpPr>
        <p:spPr>
          <a:xfrm>
            <a:off x="3141175" y="795678"/>
            <a:ext cx="2856900" cy="267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37" name="Google Shape;137;p10"/>
          <p:cNvSpPr txBox="1">
            <a:spLocks noGrp="1"/>
          </p:cNvSpPr>
          <p:nvPr>
            <p:ph type="title" idx="3"/>
          </p:nvPr>
        </p:nvSpPr>
        <p:spPr>
          <a:xfrm>
            <a:off x="6088450" y="795678"/>
            <a:ext cx="2856900" cy="267000"/>
          </a:xfrm>
          <a:prstGeom prst="rect">
            <a:avLst/>
          </a:prstGeom>
        </p:spPr>
        <p:txBody>
          <a:bodyPr spcFirstLastPara="1" wrap="square" lIns="180000" tIns="0" rIns="18000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000"/>
            </a:lvl9pPr>
          </a:lstStyle>
          <a:p>
            <a:endParaRPr/>
          </a:p>
        </p:txBody>
      </p:sp>
      <p:sp>
        <p:nvSpPr>
          <p:cNvPr id="138" name="Google Shape;138;p10"/>
          <p:cNvSpPr txBox="1">
            <a:spLocks noGrp="1"/>
          </p:cNvSpPr>
          <p:nvPr>
            <p:ph type="body" idx="4"/>
          </p:nvPr>
        </p:nvSpPr>
        <p:spPr>
          <a:xfrm>
            <a:off x="194075" y="1414925"/>
            <a:ext cx="2856900" cy="3548700"/>
          </a:xfrm>
          <a:prstGeom prst="rect">
            <a:avLst/>
          </a:prstGeom>
        </p:spPr>
        <p:txBody>
          <a:bodyPr spcFirstLastPara="1" wrap="square" lIns="180000" tIns="27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10"/>
          <p:cNvSpPr txBox="1">
            <a:spLocks noGrp="1"/>
          </p:cNvSpPr>
          <p:nvPr>
            <p:ph type="body" idx="5"/>
          </p:nvPr>
        </p:nvSpPr>
        <p:spPr>
          <a:xfrm>
            <a:off x="3140525" y="1414925"/>
            <a:ext cx="2856900" cy="3548700"/>
          </a:xfrm>
          <a:prstGeom prst="rect">
            <a:avLst/>
          </a:prstGeom>
        </p:spPr>
        <p:txBody>
          <a:bodyPr spcFirstLastPara="1" wrap="square" lIns="180000" tIns="27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body" idx="6"/>
          </p:nvPr>
        </p:nvSpPr>
        <p:spPr>
          <a:xfrm>
            <a:off x="6086975" y="1414925"/>
            <a:ext cx="2856900" cy="3548700"/>
          </a:xfrm>
          <a:prstGeom prst="rect">
            <a:avLst/>
          </a:prstGeom>
        </p:spPr>
        <p:txBody>
          <a:bodyPr spcFirstLastPara="1" wrap="square" lIns="180000" tIns="270000" rIns="180000" bIns="180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">
  <p:cSld name="CUSTOM_7_1_1_1_1_1_1_1_1_1_1_1_1_1_1_1_1_5_2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 txBox="1">
            <a:spLocks noGrp="1"/>
          </p:cNvSpPr>
          <p:nvPr>
            <p:ph type="title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43" name="Google Shape;143;p11"/>
          <p:cNvSpPr txBox="1">
            <a:spLocks noGrp="1"/>
          </p:cNvSpPr>
          <p:nvPr>
            <p:ph type="title" idx="2"/>
          </p:nvPr>
        </p:nvSpPr>
        <p:spPr>
          <a:xfrm>
            <a:off x="3325125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44" name="Google Shape;144;p11"/>
          <p:cNvSpPr txBox="1">
            <a:spLocks noGrp="1"/>
          </p:cNvSpPr>
          <p:nvPr>
            <p:ph type="title" idx="3"/>
          </p:nvPr>
        </p:nvSpPr>
        <p:spPr>
          <a:xfrm>
            <a:off x="227250" y="1277200"/>
            <a:ext cx="22827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45" name="Google Shape;145;p11"/>
          <p:cNvSpPr txBox="1">
            <a:spLocks noGrp="1"/>
          </p:cNvSpPr>
          <p:nvPr>
            <p:ph type="title" idx="4"/>
          </p:nvPr>
        </p:nvSpPr>
        <p:spPr>
          <a:xfrm>
            <a:off x="3324478" y="1277200"/>
            <a:ext cx="22809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46" name="Google Shape;146;p11"/>
          <p:cNvSpPr txBox="1">
            <a:spLocks noGrp="1"/>
          </p:cNvSpPr>
          <p:nvPr>
            <p:ph type="title" idx="5"/>
          </p:nvPr>
        </p:nvSpPr>
        <p:spPr>
          <a:xfrm>
            <a:off x="6421152" y="1277200"/>
            <a:ext cx="22791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47" name="Google Shape;147;p11"/>
          <p:cNvSpPr txBox="1">
            <a:spLocks noGrp="1"/>
          </p:cNvSpPr>
          <p:nvPr>
            <p:ph type="title" idx="6"/>
          </p:nvPr>
        </p:nvSpPr>
        <p:spPr>
          <a:xfrm>
            <a:off x="6421925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48" name="Google Shape;148;p11"/>
          <p:cNvSpPr txBox="1">
            <a:spLocks noGrp="1"/>
          </p:cNvSpPr>
          <p:nvPr>
            <p:ph type="title" idx="7"/>
          </p:nvPr>
        </p:nvSpPr>
        <p:spPr>
          <a:xfrm>
            <a:off x="226431" y="2709100"/>
            <a:ext cx="22827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49" name="Google Shape;149;p11"/>
          <p:cNvSpPr txBox="1">
            <a:spLocks noGrp="1"/>
          </p:cNvSpPr>
          <p:nvPr>
            <p:ph type="title" idx="8"/>
          </p:nvPr>
        </p:nvSpPr>
        <p:spPr>
          <a:xfrm>
            <a:off x="6419945" y="2709108"/>
            <a:ext cx="22791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0" name="Google Shape;150;p11"/>
          <p:cNvSpPr txBox="1">
            <a:spLocks noGrp="1"/>
          </p:cNvSpPr>
          <p:nvPr>
            <p:ph type="title" idx="9"/>
          </p:nvPr>
        </p:nvSpPr>
        <p:spPr>
          <a:xfrm>
            <a:off x="226000" y="3996225"/>
            <a:ext cx="22827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1" name="Google Shape;151;p11"/>
          <p:cNvSpPr txBox="1">
            <a:spLocks noGrp="1"/>
          </p:cNvSpPr>
          <p:nvPr>
            <p:ph type="title" idx="13"/>
          </p:nvPr>
        </p:nvSpPr>
        <p:spPr>
          <a:xfrm>
            <a:off x="3322675" y="3996228"/>
            <a:ext cx="22809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2" name="Google Shape;152;p11"/>
          <p:cNvSpPr txBox="1">
            <a:spLocks noGrp="1"/>
          </p:cNvSpPr>
          <p:nvPr>
            <p:ph type="title" idx="14"/>
          </p:nvPr>
        </p:nvSpPr>
        <p:spPr>
          <a:xfrm>
            <a:off x="6419350" y="3996228"/>
            <a:ext cx="22791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3" name="Google Shape;153;p11"/>
          <p:cNvSpPr txBox="1">
            <a:spLocks noGrp="1"/>
          </p:cNvSpPr>
          <p:nvPr>
            <p:ph type="title" idx="15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4" name="Google Shape;154;p11"/>
          <p:cNvSpPr txBox="1">
            <a:spLocks noGrp="1"/>
          </p:cNvSpPr>
          <p:nvPr>
            <p:ph type="title" idx="16"/>
          </p:nvPr>
        </p:nvSpPr>
        <p:spPr>
          <a:xfrm>
            <a:off x="3684488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5" name="Google Shape;155;p11"/>
          <p:cNvSpPr txBox="1">
            <a:spLocks noGrp="1"/>
          </p:cNvSpPr>
          <p:nvPr>
            <p:ph type="title" idx="17"/>
          </p:nvPr>
        </p:nvSpPr>
        <p:spPr>
          <a:xfrm>
            <a:off x="6781463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57" name="Google Shape;157;p11"/>
          <p:cNvSpPr txBox="1">
            <a:spLocks noGrp="1"/>
          </p:cNvSpPr>
          <p:nvPr>
            <p:ph type="body" idx="18"/>
          </p:nvPr>
        </p:nvSpPr>
        <p:spPr>
          <a:xfrm>
            <a:off x="226150" y="4230400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8" name="Google Shape;158;p11"/>
          <p:cNvSpPr txBox="1">
            <a:spLocks noGrp="1"/>
          </p:cNvSpPr>
          <p:nvPr>
            <p:ph type="body" idx="19"/>
          </p:nvPr>
        </p:nvSpPr>
        <p:spPr>
          <a:xfrm>
            <a:off x="3321928" y="4230402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59" name="Google Shape;159;p11"/>
          <p:cNvSpPr txBox="1">
            <a:spLocks noGrp="1"/>
          </p:cNvSpPr>
          <p:nvPr>
            <p:ph type="body" idx="20"/>
          </p:nvPr>
        </p:nvSpPr>
        <p:spPr>
          <a:xfrm>
            <a:off x="6417703" y="4230402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title" idx="21"/>
          </p:nvPr>
        </p:nvSpPr>
        <p:spPr>
          <a:xfrm>
            <a:off x="3323270" y="2709108"/>
            <a:ext cx="2280900" cy="65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61" name="Google Shape;161;p11"/>
          <p:cNvSpPr txBox="1">
            <a:spLocks noGrp="1"/>
          </p:cNvSpPr>
          <p:nvPr>
            <p:ph type="body" idx="22"/>
          </p:nvPr>
        </p:nvSpPr>
        <p:spPr>
          <a:xfrm>
            <a:off x="226150" y="2943275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2" name="Google Shape;162;p11"/>
          <p:cNvSpPr txBox="1">
            <a:spLocks noGrp="1"/>
          </p:cNvSpPr>
          <p:nvPr>
            <p:ph type="body" idx="23"/>
          </p:nvPr>
        </p:nvSpPr>
        <p:spPr>
          <a:xfrm>
            <a:off x="3321928" y="2943282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11"/>
          <p:cNvSpPr txBox="1">
            <a:spLocks noGrp="1"/>
          </p:cNvSpPr>
          <p:nvPr>
            <p:ph type="body" idx="24"/>
          </p:nvPr>
        </p:nvSpPr>
        <p:spPr>
          <a:xfrm>
            <a:off x="6417703" y="2943282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1"/>
          <p:cNvSpPr txBox="1">
            <a:spLocks noGrp="1"/>
          </p:cNvSpPr>
          <p:nvPr>
            <p:ph type="body" idx="25"/>
          </p:nvPr>
        </p:nvSpPr>
        <p:spPr>
          <a:xfrm>
            <a:off x="226150" y="1511375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5" name="Google Shape;165;p11"/>
          <p:cNvSpPr txBox="1">
            <a:spLocks noGrp="1"/>
          </p:cNvSpPr>
          <p:nvPr>
            <p:ph type="body" idx="26"/>
          </p:nvPr>
        </p:nvSpPr>
        <p:spPr>
          <a:xfrm>
            <a:off x="3321928" y="1511374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66" name="Google Shape;166;p11"/>
          <p:cNvSpPr txBox="1">
            <a:spLocks noGrp="1"/>
          </p:cNvSpPr>
          <p:nvPr>
            <p:ph type="body" idx="27"/>
          </p:nvPr>
        </p:nvSpPr>
        <p:spPr>
          <a:xfrm>
            <a:off x="6417703" y="1511374"/>
            <a:ext cx="2282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image ">
  <p:cSld name="CUSTOM_7_1_1_1_1_1_1_1_1_1_1_1_1_1_1_1_1_5_1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"/>
          <p:cNvSpPr txBox="1">
            <a:spLocks noGrp="1"/>
          </p:cNvSpPr>
          <p:nvPr>
            <p:ph type="title"/>
          </p:nvPr>
        </p:nvSpPr>
        <p:spPr>
          <a:xfrm>
            <a:off x="2005725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69" name="Google Shape;169;p12"/>
          <p:cNvSpPr txBox="1">
            <a:spLocks noGrp="1"/>
          </p:cNvSpPr>
          <p:nvPr>
            <p:ph type="title" idx="2"/>
          </p:nvPr>
        </p:nvSpPr>
        <p:spPr>
          <a:xfrm>
            <a:off x="378325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70" name="Google Shape;170;p12"/>
          <p:cNvSpPr txBox="1">
            <a:spLocks noGrp="1"/>
          </p:cNvSpPr>
          <p:nvPr>
            <p:ph type="title" idx="3"/>
          </p:nvPr>
        </p:nvSpPr>
        <p:spPr>
          <a:xfrm>
            <a:off x="556050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title" idx="4"/>
          </p:nvPr>
        </p:nvSpPr>
        <p:spPr>
          <a:xfrm>
            <a:off x="733775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72" name="Google Shape;172;p12"/>
          <p:cNvSpPr txBox="1">
            <a:spLocks noGrp="1"/>
          </p:cNvSpPr>
          <p:nvPr>
            <p:ph type="title" idx="5"/>
          </p:nvPr>
        </p:nvSpPr>
        <p:spPr>
          <a:xfrm>
            <a:off x="226000" y="562150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173" name="Google Shape;173;p12"/>
          <p:cNvSpPr txBox="1">
            <a:spLocks noGrp="1"/>
          </p:cNvSpPr>
          <p:nvPr>
            <p:ph type="title" idx="6"/>
          </p:nvPr>
        </p:nvSpPr>
        <p:spPr>
          <a:xfrm>
            <a:off x="227250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4" name="Google Shape;174;p12"/>
          <p:cNvSpPr txBox="1">
            <a:spLocks noGrp="1"/>
          </p:cNvSpPr>
          <p:nvPr>
            <p:ph type="title" idx="7"/>
          </p:nvPr>
        </p:nvSpPr>
        <p:spPr>
          <a:xfrm>
            <a:off x="2004525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5" name="Google Shape;175;p12"/>
          <p:cNvSpPr txBox="1">
            <a:spLocks noGrp="1"/>
          </p:cNvSpPr>
          <p:nvPr>
            <p:ph type="title" idx="8"/>
          </p:nvPr>
        </p:nvSpPr>
        <p:spPr>
          <a:xfrm>
            <a:off x="3781925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6" name="Google Shape;176;p12"/>
          <p:cNvSpPr txBox="1">
            <a:spLocks noGrp="1"/>
          </p:cNvSpPr>
          <p:nvPr>
            <p:ph type="title" idx="9"/>
          </p:nvPr>
        </p:nvSpPr>
        <p:spPr>
          <a:xfrm>
            <a:off x="5559300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7" name="Google Shape;177;p12"/>
          <p:cNvSpPr txBox="1">
            <a:spLocks noGrp="1"/>
          </p:cNvSpPr>
          <p:nvPr>
            <p:ph type="title" idx="13"/>
          </p:nvPr>
        </p:nvSpPr>
        <p:spPr>
          <a:xfrm>
            <a:off x="7337425" y="1277192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title" idx="14"/>
          </p:nvPr>
        </p:nvSpPr>
        <p:spPr>
          <a:xfrm>
            <a:off x="226425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title" idx="15"/>
          </p:nvPr>
        </p:nvSpPr>
        <p:spPr>
          <a:xfrm>
            <a:off x="2003700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0" name="Google Shape;180;p12"/>
          <p:cNvSpPr txBox="1">
            <a:spLocks noGrp="1"/>
          </p:cNvSpPr>
          <p:nvPr>
            <p:ph type="title" idx="16"/>
          </p:nvPr>
        </p:nvSpPr>
        <p:spPr>
          <a:xfrm>
            <a:off x="3781100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1" name="Google Shape;181;p12"/>
          <p:cNvSpPr txBox="1">
            <a:spLocks noGrp="1"/>
          </p:cNvSpPr>
          <p:nvPr>
            <p:ph type="title" idx="17"/>
          </p:nvPr>
        </p:nvSpPr>
        <p:spPr>
          <a:xfrm>
            <a:off x="5558475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2" name="Google Shape;182;p12"/>
          <p:cNvSpPr txBox="1">
            <a:spLocks noGrp="1"/>
          </p:cNvSpPr>
          <p:nvPr>
            <p:ph type="title" idx="18"/>
          </p:nvPr>
        </p:nvSpPr>
        <p:spPr>
          <a:xfrm>
            <a:off x="7336600" y="2709100"/>
            <a:ext cx="1581000" cy="23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3" name="Google Shape;183;p12"/>
          <p:cNvSpPr txBox="1">
            <a:spLocks noGrp="1"/>
          </p:cNvSpPr>
          <p:nvPr>
            <p:ph type="title" idx="19"/>
          </p:nvPr>
        </p:nvSpPr>
        <p:spPr>
          <a:xfrm>
            <a:off x="587225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4" name="Google Shape;184;p12"/>
          <p:cNvSpPr txBox="1">
            <a:spLocks noGrp="1"/>
          </p:cNvSpPr>
          <p:nvPr>
            <p:ph type="title" idx="20"/>
          </p:nvPr>
        </p:nvSpPr>
        <p:spPr>
          <a:xfrm>
            <a:off x="2365088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5" name="Google Shape;185;p12"/>
          <p:cNvSpPr txBox="1">
            <a:spLocks noGrp="1"/>
          </p:cNvSpPr>
          <p:nvPr>
            <p:ph type="title" idx="21"/>
          </p:nvPr>
        </p:nvSpPr>
        <p:spPr>
          <a:xfrm>
            <a:off x="4142788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6" name="Google Shape;186;p12"/>
          <p:cNvSpPr txBox="1">
            <a:spLocks noGrp="1"/>
          </p:cNvSpPr>
          <p:nvPr>
            <p:ph type="title" idx="22"/>
          </p:nvPr>
        </p:nvSpPr>
        <p:spPr>
          <a:xfrm>
            <a:off x="5921000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7" name="Google Shape;187;p12"/>
          <p:cNvSpPr txBox="1">
            <a:spLocks noGrp="1"/>
          </p:cNvSpPr>
          <p:nvPr>
            <p:ph type="title" idx="23"/>
          </p:nvPr>
        </p:nvSpPr>
        <p:spPr>
          <a:xfrm>
            <a:off x="7699213" y="562150"/>
            <a:ext cx="1219200" cy="505800"/>
          </a:xfrm>
          <a:prstGeom prst="rect">
            <a:avLst/>
          </a:prstGeom>
        </p:spPr>
        <p:txBody>
          <a:bodyPr spcFirstLastPara="1" wrap="square" lIns="10800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188" name="Google Shape;188;p12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89" name="Google Shape;189;p12"/>
          <p:cNvSpPr>
            <a:spLocks noGrp="1"/>
          </p:cNvSpPr>
          <p:nvPr>
            <p:ph type="pic" idx="24"/>
          </p:nvPr>
        </p:nvSpPr>
        <p:spPr>
          <a:xfrm>
            <a:off x="229025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0" name="Google Shape;190;p12"/>
          <p:cNvSpPr>
            <a:spLocks noGrp="1"/>
          </p:cNvSpPr>
          <p:nvPr>
            <p:ph type="pic" idx="25"/>
          </p:nvPr>
        </p:nvSpPr>
        <p:spPr>
          <a:xfrm>
            <a:off x="2005675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1" name="Google Shape;191;p12"/>
          <p:cNvSpPr>
            <a:spLocks noGrp="1"/>
          </p:cNvSpPr>
          <p:nvPr>
            <p:ph type="pic" idx="26"/>
          </p:nvPr>
        </p:nvSpPr>
        <p:spPr>
          <a:xfrm>
            <a:off x="3784263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2" name="Google Shape;192;p12"/>
          <p:cNvSpPr>
            <a:spLocks noGrp="1"/>
          </p:cNvSpPr>
          <p:nvPr>
            <p:ph type="pic" idx="27"/>
          </p:nvPr>
        </p:nvSpPr>
        <p:spPr>
          <a:xfrm>
            <a:off x="5560913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3" name="Google Shape;193;p12"/>
          <p:cNvSpPr>
            <a:spLocks noGrp="1"/>
          </p:cNvSpPr>
          <p:nvPr>
            <p:ph type="pic" idx="28"/>
          </p:nvPr>
        </p:nvSpPr>
        <p:spPr>
          <a:xfrm>
            <a:off x="7337563" y="3718641"/>
            <a:ext cx="1580400" cy="1249200"/>
          </a:xfrm>
          <a:prstGeom prst="roundRect">
            <a:avLst>
              <a:gd name="adj" fmla="val 10359"/>
            </a:avLst>
          </a:prstGeom>
          <a:noFill/>
          <a:ln>
            <a:noFill/>
          </a:ln>
        </p:spPr>
      </p:sp>
      <p:sp>
        <p:nvSpPr>
          <p:cNvPr id="194" name="Google Shape;194;p12"/>
          <p:cNvSpPr txBox="1">
            <a:spLocks noGrp="1"/>
          </p:cNvSpPr>
          <p:nvPr>
            <p:ph type="body" idx="29"/>
          </p:nvPr>
        </p:nvSpPr>
        <p:spPr>
          <a:xfrm>
            <a:off x="7337076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5" name="Google Shape;195;p12"/>
          <p:cNvSpPr txBox="1">
            <a:spLocks noGrp="1"/>
          </p:cNvSpPr>
          <p:nvPr>
            <p:ph type="body" idx="30"/>
          </p:nvPr>
        </p:nvSpPr>
        <p:spPr>
          <a:xfrm>
            <a:off x="5559688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6" name="Google Shape;196;p12"/>
          <p:cNvSpPr txBox="1">
            <a:spLocks noGrp="1"/>
          </p:cNvSpPr>
          <p:nvPr>
            <p:ph type="body" idx="31"/>
          </p:nvPr>
        </p:nvSpPr>
        <p:spPr>
          <a:xfrm>
            <a:off x="3782188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7" name="Google Shape;197;p12"/>
          <p:cNvSpPr txBox="1">
            <a:spLocks noGrp="1"/>
          </p:cNvSpPr>
          <p:nvPr>
            <p:ph type="body" idx="32"/>
          </p:nvPr>
        </p:nvSpPr>
        <p:spPr>
          <a:xfrm>
            <a:off x="2005163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8" name="Google Shape;198;p12"/>
          <p:cNvSpPr txBox="1">
            <a:spLocks noGrp="1"/>
          </p:cNvSpPr>
          <p:nvPr>
            <p:ph type="body" idx="33"/>
          </p:nvPr>
        </p:nvSpPr>
        <p:spPr>
          <a:xfrm>
            <a:off x="226738" y="2943275"/>
            <a:ext cx="1580400" cy="65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9" name="Google Shape;199;p12"/>
          <p:cNvSpPr txBox="1">
            <a:spLocks noGrp="1"/>
          </p:cNvSpPr>
          <p:nvPr>
            <p:ph type="body" idx="34"/>
          </p:nvPr>
        </p:nvSpPr>
        <p:spPr>
          <a:xfrm>
            <a:off x="7339448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12"/>
          <p:cNvSpPr txBox="1">
            <a:spLocks noGrp="1"/>
          </p:cNvSpPr>
          <p:nvPr>
            <p:ph type="body" idx="35"/>
          </p:nvPr>
        </p:nvSpPr>
        <p:spPr>
          <a:xfrm>
            <a:off x="5562058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12"/>
          <p:cNvSpPr txBox="1">
            <a:spLocks noGrp="1"/>
          </p:cNvSpPr>
          <p:nvPr>
            <p:ph type="body" idx="36"/>
          </p:nvPr>
        </p:nvSpPr>
        <p:spPr>
          <a:xfrm>
            <a:off x="3784555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02" name="Google Shape;202;p12"/>
          <p:cNvSpPr txBox="1">
            <a:spLocks noGrp="1"/>
          </p:cNvSpPr>
          <p:nvPr>
            <p:ph type="body" idx="37"/>
          </p:nvPr>
        </p:nvSpPr>
        <p:spPr>
          <a:xfrm>
            <a:off x="2007528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03" name="Google Shape;203;p12"/>
          <p:cNvSpPr txBox="1">
            <a:spLocks noGrp="1"/>
          </p:cNvSpPr>
          <p:nvPr>
            <p:ph type="body" idx="38"/>
          </p:nvPr>
        </p:nvSpPr>
        <p:spPr>
          <a:xfrm>
            <a:off x="229100" y="1511381"/>
            <a:ext cx="1580400" cy="971100"/>
          </a:xfrm>
          <a:prstGeom prst="rect">
            <a:avLst/>
          </a:prstGeom>
        </p:spPr>
        <p:txBody>
          <a:bodyPr spcFirstLastPara="1" wrap="square" lIns="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folder background">
  <p:cSld name="CUSTOM_1_1_1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7" name="Google Shape;207;p13"/>
          <p:cNvSpPr txBox="1">
            <a:spLocks noGrp="1"/>
          </p:cNvSpPr>
          <p:nvPr>
            <p:ph type="title" idx="2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3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13"/>
          <p:cNvSpPr txBox="1">
            <a:spLocks noGrp="1"/>
          </p:cNvSpPr>
          <p:nvPr>
            <p:ph type="title" idx="4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10" name="Google Shape;210;p13"/>
          <p:cNvSpPr txBox="1">
            <a:spLocks noGrp="1"/>
          </p:cNvSpPr>
          <p:nvPr>
            <p:ph type="title" idx="5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3"/>
          <p:cNvSpPr txBox="1">
            <a:spLocks noGrp="1"/>
          </p:cNvSpPr>
          <p:nvPr>
            <p:ph type="subTitle" idx="1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subTitle" idx="6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3"/>
          <p:cNvSpPr txBox="1">
            <a:spLocks noGrp="1"/>
          </p:cNvSpPr>
          <p:nvPr>
            <p:ph type="subTitle" idx="7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subTitle" idx="8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3"/>
          <p:cNvSpPr txBox="1">
            <a:spLocks noGrp="1"/>
          </p:cNvSpPr>
          <p:nvPr>
            <p:ph type="subTitle" idx="9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3"/>
          <p:cNvSpPr txBox="1">
            <a:spLocks noGrp="1"/>
          </p:cNvSpPr>
          <p:nvPr>
            <p:ph type="subTitle" idx="13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3"/>
          <p:cNvSpPr txBox="1">
            <a:spLocks noGrp="1"/>
          </p:cNvSpPr>
          <p:nvPr>
            <p:ph type="subTitle" idx="14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3"/>
          <p:cNvSpPr txBox="1">
            <a:spLocks noGrp="1"/>
          </p:cNvSpPr>
          <p:nvPr>
            <p:ph type="subTitle" idx="15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subTitle" idx="16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body" idx="17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body" idx="18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2" name="Google Shape;222;p13"/>
          <p:cNvSpPr txBox="1">
            <a:spLocks noGrp="1"/>
          </p:cNvSpPr>
          <p:nvPr>
            <p:ph type="body" idx="19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body" idx="20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4" name="Google Shape;224;p13"/>
          <p:cNvSpPr txBox="1">
            <a:spLocks noGrp="1"/>
          </p:cNvSpPr>
          <p:nvPr>
            <p:ph type="body" idx="21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5" name="Google Shape;225;p13"/>
          <p:cNvSpPr txBox="1">
            <a:spLocks noGrp="1"/>
          </p:cNvSpPr>
          <p:nvPr>
            <p:ph type="body" idx="22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6" name="Google Shape;226;p13"/>
          <p:cNvSpPr txBox="1">
            <a:spLocks noGrp="1"/>
          </p:cNvSpPr>
          <p:nvPr>
            <p:ph type="body" idx="23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body" idx="24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8" name="Google Shape;228;p13"/>
          <p:cNvSpPr txBox="1">
            <a:spLocks noGrp="1"/>
          </p:cNvSpPr>
          <p:nvPr>
            <p:ph type="body" idx="25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9" name="Google Shape;229;p13"/>
          <p:cNvSpPr txBox="1">
            <a:spLocks noGrp="1"/>
          </p:cNvSpPr>
          <p:nvPr>
            <p:ph type="body" idx="26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0" name="Google Shape;230;p13"/>
          <p:cNvSpPr txBox="1">
            <a:spLocks noGrp="1"/>
          </p:cNvSpPr>
          <p:nvPr>
            <p:ph type="body" idx="27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1" name="Google Shape;231;p13"/>
          <p:cNvSpPr txBox="1">
            <a:spLocks noGrp="1"/>
          </p:cNvSpPr>
          <p:nvPr>
            <p:ph type="body" idx="28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2" name="Google Shape;232;p13"/>
          <p:cNvSpPr txBox="1">
            <a:spLocks noGrp="1"/>
          </p:cNvSpPr>
          <p:nvPr>
            <p:ph type="body" idx="29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3" name="Google Shape;233;p13"/>
          <p:cNvSpPr txBox="1">
            <a:spLocks noGrp="1"/>
          </p:cNvSpPr>
          <p:nvPr>
            <p:ph type="body" idx="30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4" name="Google Shape;234;p13"/>
          <p:cNvSpPr txBox="1">
            <a:spLocks noGrp="1"/>
          </p:cNvSpPr>
          <p:nvPr>
            <p:ph type="body" idx="31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5" name="Google Shape;235;p13"/>
          <p:cNvSpPr txBox="1">
            <a:spLocks noGrp="1"/>
          </p:cNvSpPr>
          <p:nvPr>
            <p:ph type="body" idx="32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6" name="Google Shape;236;p13"/>
          <p:cNvSpPr txBox="1">
            <a:spLocks noGrp="1"/>
          </p:cNvSpPr>
          <p:nvPr>
            <p:ph type="body" idx="33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7" name="Google Shape;237;p13"/>
          <p:cNvSpPr txBox="1">
            <a:spLocks noGrp="1"/>
          </p:cNvSpPr>
          <p:nvPr>
            <p:ph type="body" idx="34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8" name="Google Shape;238;p13"/>
          <p:cNvSpPr txBox="1">
            <a:spLocks noGrp="1"/>
          </p:cNvSpPr>
          <p:nvPr>
            <p:ph type="body" idx="35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body" idx="36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folder background 2">
  <p:cSld name="CUSTOM_1_1_1_3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42" name="Google Shape;242;p14"/>
          <p:cNvSpPr txBox="1">
            <a:spLocks noGrp="1"/>
          </p:cNvSpPr>
          <p:nvPr>
            <p:ph type="title"/>
          </p:nvPr>
        </p:nvSpPr>
        <p:spPr>
          <a:xfrm>
            <a:off x="4228867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43" name="Google Shape;243;p14"/>
          <p:cNvSpPr txBox="1">
            <a:spLocks noGrp="1"/>
          </p:cNvSpPr>
          <p:nvPr>
            <p:ph type="title" idx="2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44" name="Google Shape;244;p14"/>
          <p:cNvSpPr txBox="1">
            <a:spLocks noGrp="1"/>
          </p:cNvSpPr>
          <p:nvPr>
            <p:ph type="title" idx="3"/>
          </p:nvPr>
        </p:nvSpPr>
        <p:spPr>
          <a:xfrm>
            <a:off x="1314610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45" name="Google Shape;245;p14"/>
          <p:cNvSpPr txBox="1">
            <a:spLocks noGrp="1"/>
          </p:cNvSpPr>
          <p:nvPr>
            <p:ph type="title" idx="4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46" name="Google Shape;246;p14"/>
          <p:cNvSpPr txBox="1">
            <a:spLocks noGrp="1"/>
          </p:cNvSpPr>
          <p:nvPr>
            <p:ph type="body" idx="1"/>
          </p:nvPr>
        </p:nvSpPr>
        <p:spPr>
          <a:xfrm>
            <a:off x="7279013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47" name="Google Shape;247;p14"/>
          <p:cNvSpPr txBox="1">
            <a:spLocks noGrp="1"/>
          </p:cNvSpPr>
          <p:nvPr>
            <p:ph type="body" idx="5"/>
          </p:nvPr>
        </p:nvSpPr>
        <p:spPr>
          <a:xfrm>
            <a:off x="7279013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48" name="Google Shape;248;p14"/>
          <p:cNvSpPr txBox="1">
            <a:spLocks noGrp="1"/>
          </p:cNvSpPr>
          <p:nvPr>
            <p:ph type="body" idx="6"/>
          </p:nvPr>
        </p:nvSpPr>
        <p:spPr>
          <a:xfrm>
            <a:off x="7279013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49" name="Google Shape;249;p14"/>
          <p:cNvSpPr txBox="1">
            <a:spLocks noGrp="1"/>
          </p:cNvSpPr>
          <p:nvPr>
            <p:ph type="body" idx="7"/>
          </p:nvPr>
        </p:nvSpPr>
        <p:spPr>
          <a:xfrm>
            <a:off x="7279013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0" name="Google Shape;250;p14"/>
          <p:cNvSpPr txBox="1">
            <a:spLocks noGrp="1"/>
          </p:cNvSpPr>
          <p:nvPr>
            <p:ph type="body" idx="8"/>
          </p:nvPr>
        </p:nvSpPr>
        <p:spPr>
          <a:xfrm>
            <a:off x="7279013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1" name="Google Shape;251;p14"/>
          <p:cNvSpPr txBox="1">
            <a:spLocks noGrp="1"/>
          </p:cNvSpPr>
          <p:nvPr>
            <p:ph type="body" idx="9"/>
          </p:nvPr>
        </p:nvSpPr>
        <p:spPr>
          <a:xfrm>
            <a:off x="5503913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2" name="Google Shape;252;p14"/>
          <p:cNvSpPr txBox="1">
            <a:spLocks noGrp="1"/>
          </p:cNvSpPr>
          <p:nvPr>
            <p:ph type="body" idx="13"/>
          </p:nvPr>
        </p:nvSpPr>
        <p:spPr>
          <a:xfrm>
            <a:off x="5503913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3" name="Google Shape;253;p14"/>
          <p:cNvSpPr txBox="1">
            <a:spLocks noGrp="1"/>
          </p:cNvSpPr>
          <p:nvPr>
            <p:ph type="body" idx="14"/>
          </p:nvPr>
        </p:nvSpPr>
        <p:spPr>
          <a:xfrm>
            <a:off x="5503913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4" name="Google Shape;254;p14"/>
          <p:cNvSpPr txBox="1">
            <a:spLocks noGrp="1"/>
          </p:cNvSpPr>
          <p:nvPr>
            <p:ph type="body" idx="15"/>
          </p:nvPr>
        </p:nvSpPr>
        <p:spPr>
          <a:xfrm>
            <a:off x="5503913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5" name="Google Shape;255;p14"/>
          <p:cNvSpPr txBox="1">
            <a:spLocks noGrp="1"/>
          </p:cNvSpPr>
          <p:nvPr>
            <p:ph type="body" idx="16"/>
          </p:nvPr>
        </p:nvSpPr>
        <p:spPr>
          <a:xfrm>
            <a:off x="5503913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6" name="Google Shape;256;p14"/>
          <p:cNvSpPr txBox="1">
            <a:spLocks noGrp="1"/>
          </p:cNvSpPr>
          <p:nvPr>
            <p:ph type="body" idx="17"/>
          </p:nvPr>
        </p:nvSpPr>
        <p:spPr>
          <a:xfrm>
            <a:off x="3722638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7" name="Google Shape;257;p14"/>
          <p:cNvSpPr txBox="1">
            <a:spLocks noGrp="1"/>
          </p:cNvSpPr>
          <p:nvPr>
            <p:ph type="body" idx="18"/>
          </p:nvPr>
        </p:nvSpPr>
        <p:spPr>
          <a:xfrm>
            <a:off x="3722638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8" name="Google Shape;258;p14"/>
          <p:cNvSpPr txBox="1">
            <a:spLocks noGrp="1"/>
          </p:cNvSpPr>
          <p:nvPr>
            <p:ph type="body" idx="19"/>
          </p:nvPr>
        </p:nvSpPr>
        <p:spPr>
          <a:xfrm>
            <a:off x="3722638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59" name="Google Shape;259;p14"/>
          <p:cNvSpPr txBox="1">
            <a:spLocks noGrp="1"/>
          </p:cNvSpPr>
          <p:nvPr>
            <p:ph type="body" idx="20"/>
          </p:nvPr>
        </p:nvSpPr>
        <p:spPr>
          <a:xfrm>
            <a:off x="3722638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0" name="Google Shape;260;p14"/>
          <p:cNvSpPr txBox="1">
            <a:spLocks noGrp="1"/>
          </p:cNvSpPr>
          <p:nvPr>
            <p:ph type="body" idx="21"/>
          </p:nvPr>
        </p:nvSpPr>
        <p:spPr>
          <a:xfrm>
            <a:off x="3722638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1" name="Google Shape;261;p14"/>
          <p:cNvSpPr txBox="1">
            <a:spLocks noGrp="1"/>
          </p:cNvSpPr>
          <p:nvPr>
            <p:ph type="body" idx="22"/>
          </p:nvPr>
        </p:nvSpPr>
        <p:spPr>
          <a:xfrm>
            <a:off x="1941375" y="42072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2" name="Google Shape;262;p14"/>
          <p:cNvSpPr txBox="1">
            <a:spLocks noGrp="1"/>
          </p:cNvSpPr>
          <p:nvPr>
            <p:ph type="body" idx="23"/>
          </p:nvPr>
        </p:nvSpPr>
        <p:spPr>
          <a:xfrm>
            <a:off x="1941375" y="373647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3" name="Google Shape;263;p14"/>
          <p:cNvSpPr txBox="1">
            <a:spLocks noGrp="1"/>
          </p:cNvSpPr>
          <p:nvPr>
            <p:ph type="body" idx="24"/>
          </p:nvPr>
        </p:nvSpPr>
        <p:spPr>
          <a:xfrm>
            <a:off x="1941375" y="3247325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4" name="Google Shape;264;p14"/>
          <p:cNvSpPr txBox="1">
            <a:spLocks noGrp="1"/>
          </p:cNvSpPr>
          <p:nvPr>
            <p:ph type="body" idx="25"/>
          </p:nvPr>
        </p:nvSpPr>
        <p:spPr>
          <a:xfrm>
            <a:off x="1941375" y="27580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5" name="Google Shape;265;p14"/>
          <p:cNvSpPr txBox="1">
            <a:spLocks noGrp="1"/>
          </p:cNvSpPr>
          <p:nvPr>
            <p:ph type="body" idx="26"/>
          </p:nvPr>
        </p:nvSpPr>
        <p:spPr>
          <a:xfrm>
            <a:off x="1941375" y="2268713"/>
            <a:ext cx="1771200" cy="321300"/>
          </a:xfrm>
          <a:prstGeom prst="rect">
            <a:avLst/>
          </a:prstGeom>
        </p:spPr>
        <p:txBody>
          <a:bodyPr spcFirstLastPara="1" wrap="square" lIns="180000" tIns="0" rIns="0" bIns="180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6" name="Google Shape;266;p14"/>
          <p:cNvSpPr txBox="1">
            <a:spLocks noGrp="1"/>
          </p:cNvSpPr>
          <p:nvPr>
            <p:ph type="subTitle" idx="27"/>
          </p:nvPr>
        </p:nvSpPr>
        <p:spPr>
          <a:xfrm>
            <a:off x="7282625" y="1724120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4"/>
          <p:cNvSpPr txBox="1">
            <a:spLocks noGrp="1"/>
          </p:cNvSpPr>
          <p:nvPr>
            <p:ph type="subTitle" idx="28"/>
          </p:nvPr>
        </p:nvSpPr>
        <p:spPr>
          <a:xfrm>
            <a:off x="337750" y="420722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68" name="Google Shape;268;p14"/>
          <p:cNvSpPr txBox="1">
            <a:spLocks noGrp="1"/>
          </p:cNvSpPr>
          <p:nvPr>
            <p:ph type="subTitle" idx="29"/>
          </p:nvPr>
        </p:nvSpPr>
        <p:spPr>
          <a:xfrm>
            <a:off x="337750" y="37373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69" name="Google Shape;269;p14"/>
          <p:cNvSpPr txBox="1">
            <a:spLocks noGrp="1"/>
          </p:cNvSpPr>
          <p:nvPr>
            <p:ph type="subTitle" idx="30"/>
          </p:nvPr>
        </p:nvSpPr>
        <p:spPr>
          <a:xfrm>
            <a:off x="337750" y="32477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70" name="Google Shape;270;p14"/>
          <p:cNvSpPr txBox="1">
            <a:spLocks noGrp="1"/>
          </p:cNvSpPr>
          <p:nvPr>
            <p:ph type="subTitle" idx="31"/>
          </p:nvPr>
        </p:nvSpPr>
        <p:spPr>
          <a:xfrm>
            <a:off x="337750" y="27581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71" name="Google Shape;271;p14"/>
          <p:cNvSpPr txBox="1">
            <a:spLocks noGrp="1"/>
          </p:cNvSpPr>
          <p:nvPr>
            <p:ph type="subTitle" idx="32"/>
          </p:nvPr>
        </p:nvSpPr>
        <p:spPr>
          <a:xfrm>
            <a:off x="337750" y="2268575"/>
            <a:ext cx="1339200" cy="15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 b="1"/>
            </a:lvl9pPr>
          </a:lstStyle>
          <a:p>
            <a:endParaRPr/>
          </a:p>
        </p:txBody>
      </p:sp>
      <p:sp>
        <p:nvSpPr>
          <p:cNvPr id="272" name="Google Shape;272;p14"/>
          <p:cNvSpPr txBox="1">
            <a:spLocks noGrp="1"/>
          </p:cNvSpPr>
          <p:nvPr>
            <p:ph type="title" idx="33"/>
          </p:nvPr>
        </p:nvSpPr>
        <p:spPr>
          <a:xfrm>
            <a:off x="596525" y="753313"/>
            <a:ext cx="7062000" cy="61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14"/>
          <p:cNvSpPr txBox="1">
            <a:spLocks noGrp="1"/>
          </p:cNvSpPr>
          <p:nvPr>
            <p:ph type="subTitle" idx="34"/>
          </p:nvPr>
        </p:nvSpPr>
        <p:spPr>
          <a:xfrm>
            <a:off x="1950863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14"/>
          <p:cNvSpPr txBox="1">
            <a:spLocks noGrp="1"/>
          </p:cNvSpPr>
          <p:nvPr>
            <p:ph type="subTitle" idx="35"/>
          </p:nvPr>
        </p:nvSpPr>
        <p:spPr>
          <a:xfrm>
            <a:off x="3726825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14"/>
          <p:cNvSpPr txBox="1">
            <a:spLocks noGrp="1"/>
          </p:cNvSpPr>
          <p:nvPr>
            <p:ph type="subTitle" idx="36"/>
          </p:nvPr>
        </p:nvSpPr>
        <p:spPr>
          <a:xfrm>
            <a:off x="5503900" y="1724125"/>
            <a:ext cx="1771200" cy="3960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sz="14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31">
          <p15:clr>
            <a:srgbClr val="E46962"/>
          </p15:clr>
        </p15:guide>
        <p15:guide id="2" orient="horz" pos="2435">
          <p15:clr>
            <a:srgbClr val="E46962"/>
          </p15:clr>
        </p15:guide>
        <p15:guide id="3" orient="horz" pos="1819">
          <p15:clr>
            <a:srgbClr val="E46962"/>
          </p15:clr>
        </p15:guide>
        <p15:guide id="4" orient="horz" pos="2129">
          <p15:clr>
            <a:srgbClr val="E46962"/>
          </p15:clr>
        </p15:guide>
        <p15:guide id="5" orient="horz" pos="1510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and folder background">
  <p:cSld name="CUSTOM_1_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78" name="Google Shape;278;p15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15"/>
          <p:cNvSpPr txBox="1">
            <a:spLocks noGrp="1"/>
          </p:cNvSpPr>
          <p:nvPr>
            <p:ph type="subTitle" idx="2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15"/>
          <p:cNvSpPr txBox="1">
            <a:spLocks noGrp="1"/>
          </p:cNvSpPr>
          <p:nvPr>
            <p:ph type="subTitle" idx="3"/>
          </p:nvPr>
        </p:nvSpPr>
        <p:spPr>
          <a:xfrm>
            <a:off x="57241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15"/>
          <p:cNvSpPr txBox="1">
            <a:spLocks noGrp="1"/>
          </p:cNvSpPr>
          <p:nvPr>
            <p:ph type="title"/>
          </p:nvPr>
        </p:nvSpPr>
        <p:spPr>
          <a:xfrm>
            <a:off x="2777959" y="131799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82" name="Google Shape;282;p15"/>
          <p:cNvSpPr txBox="1">
            <a:spLocks noGrp="1"/>
          </p:cNvSpPr>
          <p:nvPr>
            <p:ph type="subTitle" idx="4"/>
          </p:nvPr>
        </p:nvSpPr>
        <p:spPr>
          <a:xfrm>
            <a:off x="4617888" y="2276000"/>
            <a:ext cx="4291500" cy="525600"/>
          </a:xfrm>
          <a:prstGeom prst="rect">
            <a:avLst/>
          </a:prstGeom>
        </p:spPr>
        <p:txBody>
          <a:bodyPr spcFirstLastPara="1" wrap="square" lIns="180000" tIns="9000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cxnSp>
        <p:nvCxnSpPr>
          <p:cNvPr id="283" name="Google Shape;283;p15"/>
          <p:cNvCxnSpPr/>
          <p:nvPr/>
        </p:nvCxnSpPr>
        <p:spPr>
          <a:xfrm rot="10800000">
            <a:off x="5397992" y="3025650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4" name="Google Shape;284;p15"/>
          <p:cNvCxnSpPr/>
          <p:nvPr/>
        </p:nvCxnSpPr>
        <p:spPr>
          <a:xfrm rot="10800000">
            <a:off x="6114201" y="3025007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5" name="Google Shape;285;p15"/>
          <p:cNvCxnSpPr/>
          <p:nvPr/>
        </p:nvCxnSpPr>
        <p:spPr>
          <a:xfrm rot="10800000">
            <a:off x="6816098" y="3025650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6" name="Google Shape;286;p15"/>
          <p:cNvCxnSpPr/>
          <p:nvPr/>
        </p:nvCxnSpPr>
        <p:spPr>
          <a:xfrm rot="10800000">
            <a:off x="7517325" y="3025650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7" name="Google Shape;287;p15"/>
          <p:cNvCxnSpPr/>
          <p:nvPr/>
        </p:nvCxnSpPr>
        <p:spPr>
          <a:xfrm rot="10800000">
            <a:off x="8218904" y="3025011"/>
            <a:ext cx="0" cy="157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8" name="Google Shape;288;p15"/>
          <p:cNvCxnSpPr/>
          <p:nvPr/>
        </p:nvCxnSpPr>
        <p:spPr>
          <a:xfrm rot="10800000">
            <a:off x="5043384" y="4397242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89" name="Google Shape;289;p15"/>
          <p:cNvCxnSpPr/>
          <p:nvPr/>
        </p:nvCxnSpPr>
        <p:spPr>
          <a:xfrm rot="10800000">
            <a:off x="5043384" y="4106948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0" name="Google Shape;290;p15"/>
          <p:cNvCxnSpPr/>
          <p:nvPr/>
        </p:nvCxnSpPr>
        <p:spPr>
          <a:xfrm rot="10800000">
            <a:off x="5043384" y="3813733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1" name="Google Shape;291;p15"/>
          <p:cNvCxnSpPr/>
          <p:nvPr/>
        </p:nvCxnSpPr>
        <p:spPr>
          <a:xfrm rot="10800000">
            <a:off x="5043384" y="3521491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2" name="Google Shape;292;p15"/>
          <p:cNvCxnSpPr/>
          <p:nvPr/>
        </p:nvCxnSpPr>
        <p:spPr>
          <a:xfrm rot="10800000">
            <a:off x="5043384" y="3228574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3" name="Google Shape;293;p15"/>
          <p:cNvCxnSpPr/>
          <p:nvPr/>
        </p:nvCxnSpPr>
        <p:spPr>
          <a:xfrm rot="10800000">
            <a:off x="5043640" y="4602364"/>
            <a:ext cx="36849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94" name="Google Shape;294;p15"/>
          <p:cNvCxnSpPr/>
          <p:nvPr/>
        </p:nvCxnSpPr>
        <p:spPr>
          <a:xfrm rot="10800000">
            <a:off x="5043455" y="3022856"/>
            <a:ext cx="0" cy="1582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5" name="Google Shape;295;p15"/>
          <p:cNvSpPr txBox="1">
            <a:spLocks noGrp="1"/>
          </p:cNvSpPr>
          <p:nvPr>
            <p:ph type="subTitle" idx="5"/>
          </p:nvPr>
        </p:nvSpPr>
        <p:spPr>
          <a:xfrm>
            <a:off x="392000" y="4601800"/>
            <a:ext cx="9165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96" name="Google Shape;296;p15"/>
          <p:cNvSpPr txBox="1">
            <a:spLocks noGrp="1"/>
          </p:cNvSpPr>
          <p:nvPr>
            <p:ph type="subTitle" idx="6"/>
          </p:nvPr>
        </p:nvSpPr>
        <p:spPr>
          <a:xfrm>
            <a:off x="1390838" y="4601800"/>
            <a:ext cx="9165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97" name="Google Shape;297;p15"/>
          <p:cNvSpPr txBox="1">
            <a:spLocks noGrp="1"/>
          </p:cNvSpPr>
          <p:nvPr>
            <p:ph type="subTitle" idx="7"/>
          </p:nvPr>
        </p:nvSpPr>
        <p:spPr>
          <a:xfrm>
            <a:off x="2389500" y="4602800"/>
            <a:ext cx="903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98" name="Google Shape;298;p15"/>
          <p:cNvSpPr txBox="1">
            <a:spLocks noGrp="1"/>
          </p:cNvSpPr>
          <p:nvPr>
            <p:ph type="subTitle" idx="8"/>
          </p:nvPr>
        </p:nvSpPr>
        <p:spPr>
          <a:xfrm>
            <a:off x="3388150" y="4601800"/>
            <a:ext cx="9603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99" name="Google Shape;299;p15"/>
          <p:cNvSpPr txBox="1">
            <a:spLocks noGrp="1"/>
          </p:cNvSpPr>
          <p:nvPr>
            <p:ph type="subTitle" idx="9"/>
          </p:nvPr>
        </p:nvSpPr>
        <p:spPr>
          <a:xfrm>
            <a:off x="392025" y="4022425"/>
            <a:ext cx="916500" cy="579600"/>
          </a:xfrm>
          <a:prstGeom prst="rect">
            <a:avLst/>
          </a:prstGeom>
        </p:spPr>
        <p:txBody>
          <a:bodyPr spcFirstLastPara="1" wrap="square" lIns="5400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0" name="Google Shape;300;p15"/>
          <p:cNvSpPr txBox="1">
            <a:spLocks noGrp="1"/>
          </p:cNvSpPr>
          <p:nvPr>
            <p:ph type="subTitle" idx="13"/>
          </p:nvPr>
        </p:nvSpPr>
        <p:spPr>
          <a:xfrm>
            <a:off x="1391050" y="3875575"/>
            <a:ext cx="916500" cy="726600"/>
          </a:xfrm>
          <a:prstGeom prst="rect">
            <a:avLst/>
          </a:prstGeom>
        </p:spPr>
        <p:txBody>
          <a:bodyPr spcFirstLastPara="1" wrap="square" lIns="5400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1" name="Google Shape;301;p15"/>
          <p:cNvSpPr txBox="1">
            <a:spLocks noGrp="1"/>
          </p:cNvSpPr>
          <p:nvPr>
            <p:ph type="subTitle" idx="14"/>
          </p:nvPr>
        </p:nvSpPr>
        <p:spPr>
          <a:xfrm>
            <a:off x="2390200" y="3875575"/>
            <a:ext cx="916500" cy="726600"/>
          </a:xfrm>
          <a:prstGeom prst="rect">
            <a:avLst/>
          </a:prstGeom>
        </p:spPr>
        <p:txBody>
          <a:bodyPr spcFirstLastPara="1" wrap="square" lIns="5400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2" name="Google Shape;302;p15"/>
          <p:cNvSpPr txBox="1">
            <a:spLocks noGrp="1"/>
          </p:cNvSpPr>
          <p:nvPr>
            <p:ph type="subTitle" idx="15"/>
          </p:nvPr>
        </p:nvSpPr>
        <p:spPr>
          <a:xfrm>
            <a:off x="3394525" y="4022425"/>
            <a:ext cx="954000" cy="579600"/>
          </a:xfrm>
          <a:prstGeom prst="rect">
            <a:avLst/>
          </a:prstGeom>
        </p:spPr>
        <p:txBody>
          <a:bodyPr spcFirstLastPara="1" wrap="square" lIns="54000" tIns="0" rIns="0" bIns="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Medium"/>
              <a:buNone/>
              <a:defRPr sz="3000">
                <a:latin typeface="Hanken Grotesk Medium"/>
                <a:ea typeface="Hanken Grotesk Medium"/>
                <a:cs typeface="Hanken Grotesk Medium"/>
                <a:sym typeface="Hanken Grotesk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3" name="Google Shape;303;p15"/>
          <p:cNvSpPr txBox="1">
            <a:spLocks noGrp="1"/>
          </p:cNvSpPr>
          <p:nvPr>
            <p:ph type="subTitle" idx="16"/>
          </p:nvPr>
        </p:nvSpPr>
        <p:spPr>
          <a:xfrm>
            <a:off x="227625" y="2276000"/>
            <a:ext cx="4291500" cy="525600"/>
          </a:xfrm>
          <a:prstGeom prst="rect">
            <a:avLst/>
          </a:prstGeom>
        </p:spPr>
        <p:txBody>
          <a:bodyPr spcFirstLastPara="1" wrap="square" lIns="180000" tIns="90000" rIns="18000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euton Light"/>
              <a:buNone/>
              <a:defRPr sz="1600"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304" name="Google Shape;304;p15"/>
          <p:cNvSpPr txBox="1">
            <a:spLocks noGrp="1"/>
          </p:cNvSpPr>
          <p:nvPr>
            <p:ph type="subTitle" idx="17"/>
          </p:nvPr>
        </p:nvSpPr>
        <p:spPr>
          <a:xfrm>
            <a:off x="5401957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5" name="Google Shape;305;p15"/>
          <p:cNvSpPr txBox="1">
            <a:spLocks noGrp="1"/>
          </p:cNvSpPr>
          <p:nvPr>
            <p:ph type="subTitle" idx="18"/>
          </p:nvPr>
        </p:nvSpPr>
        <p:spPr>
          <a:xfrm>
            <a:off x="6104132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6" name="Google Shape;306;p15"/>
          <p:cNvSpPr txBox="1">
            <a:spLocks noGrp="1"/>
          </p:cNvSpPr>
          <p:nvPr>
            <p:ph type="subTitle" idx="19"/>
          </p:nvPr>
        </p:nvSpPr>
        <p:spPr>
          <a:xfrm>
            <a:off x="6811663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7" name="Google Shape;307;p15"/>
          <p:cNvSpPr txBox="1">
            <a:spLocks noGrp="1"/>
          </p:cNvSpPr>
          <p:nvPr>
            <p:ph type="subTitle" idx="20"/>
          </p:nvPr>
        </p:nvSpPr>
        <p:spPr>
          <a:xfrm>
            <a:off x="8220182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8" name="Google Shape;308;p15"/>
          <p:cNvSpPr txBox="1">
            <a:spLocks noGrp="1"/>
          </p:cNvSpPr>
          <p:nvPr>
            <p:ph type="subTitle" idx="21"/>
          </p:nvPr>
        </p:nvSpPr>
        <p:spPr>
          <a:xfrm>
            <a:off x="7516525" y="4602450"/>
            <a:ext cx="507600" cy="1836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09" name="Google Shape;309;p15"/>
          <p:cNvSpPr txBox="1">
            <a:spLocks noGrp="1"/>
          </p:cNvSpPr>
          <p:nvPr>
            <p:ph type="subTitle" idx="22"/>
          </p:nvPr>
        </p:nvSpPr>
        <p:spPr>
          <a:xfrm>
            <a:off x="4695907" y="4059350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0" name="Google Shape;310;p15"/>
          <p:cNvSpPr txBox="1">
            <a:spLocks noGrp="1"/>
          </p:cNvSpPr>
          <p:nvPr>
            <p:ph type="subTitle" idx="23"/>
          </p:nvPr>
        </p:nvSpPr>
        <p:spPr>
          <a:xfrm>
            <a:off x="4695907" y="4358875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1" name="Google Shape;311;p15"/>
          <p:cNvSpPr txBox="1">
            <a:spLocks noGrp="1"/>
          </p:cNvSpPr>
          <p:nvPr>
            <p:ph type="subTitle" idx="24"/>
          </p:nvPr>
        </p:nvSpPr>
        <p:spPr>
          <a:xfrm>
            <a:off x="4695907" y="3474700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2" name="Google Shape;312;p15"/>
          <p:cNvSpPr txBox="1">
            <a:spLocks noGrp="1"/>
          </p:cNvSpPr>
          <p:nvPr>
            <p:ph type="subTitle" idx="25"/>
          </p:nvPr>
        </p:nvSpPr>
        <p:spPr>
          <a:xfrm>
            <a:off x="4695907" y="3777850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3" name="Google Shape;313;p15"/>
          <p:cNvSpPr txBox="1">
            <a:spLocks noGrp="1"/>
          </p:cNvSpPr>
          <p:nvPr>
            <p:ph type="subTitle" idx="26"/>
          </p:nvPr>
        </p:nvSpPr>
        <p:spPr>
          <a:xfrm>
            <a:off x="4695907" y="3181775"/>
            <a:ext cx="309600" cy="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4" name="Google Shape;314;p15"/>
          <p:cNvSpPr txBox="1">
            <a:spLocks noGrp="1"/>
          </p:cNvSpPr>
          <p:nvPr>
            <p:ph type="title" idx="27"/>
          </p:nvPr>
        </p:nvSpPr>
        <p:spPr>
          <a:xfrm>
            <a:off x="593775" y="707062"/>
            <a:ext cx="7196400" cy="6159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s 2">
  <p:cSld name="CUSTOM_7_1_1_1_1_1_1_1_1_1_1_1_1_1_1_1_1_9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"/>
          <p:cNvSpPr txBox="1">
            <a:spLocks noGrp="1"/>
          </p:cNvSpPr>
          <p:nvPr>
            <p:ph type="title"/>
          </p:nvPr>
        </p:nvSpPr>
        <p:spPr>
          <a:xfrm>
            <a:off x="2121700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17" name="Google Shape;317;p16"/>
          <p:cNvSpPr txBox="1">
            <a:spLocks noGrp="1"/>
          </p:cNvSpPr>
          <p:nvPr>
            <p:ph type="title" idx="2"/>
          </p:nvPr>
        </p:nvSpPr>
        <p:spPr>
          <a:xfrm>
            <a:off x="3899225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18" name="Google Shape;318;p16"/>
          <p:cNvSpPr txBox="1">
            <a:spLocks noGrp="1"/>
          </p:cNvSpPr>
          <p:nvPr>
            <p:ph type="title" idx="3"/>
          </p:nvPr>
        </p:nvSpPr>
        <p:spPr>
          <a:xfrm>
            <a:off x="5676475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19" name="Google Shape;319;p16"/>
          <p:cNvSpPr txBox="1">
            <a:spLocks noGrp="1"/>
          </p:cNvSpPr>
          <p:nvPr>
            <p:ph type="title" idx="4"/>
          </p:nvPr>
        </p:nvSpPr>
        <p:spPr>
          <a:xfrm>
            <a:off x="7453725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0" name="Google Shape;320;p16"/>
          <p:cNvSpPr txBox="1">
            <a:spLocks noGrp="1"/>
          </p:cNvSpPr>
          <p:nvPr>
            <p:ph type="title" idx="5"/>
          </p:nvPr>
        </p:nvSpPr>
        <p:spPr>
          <a:xfrm>
            <a:off x="341975" y="637675"/>
            <a:ext cx="360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1" name="Google Shape;321;p16"/>
          <p:cNvSpPr txBox="1">
            <a:spLocks noGrp="1"/>
          </p:cNvSpPr>
          <p:nvPr>
            <p:ph type="title" idx="6"/>
          </p:nvPr>
        </p:nvSpPr>
        <p:spPr>
          <a:xfrm>
            <a:off x="2184250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2" name="Google Shape;322;p16"/>
          <p:cNvSpPr txBox="1">
            <a:spLocks noGrp="1"/>
          </p:cNvSpPr>
          <p:nvPr>
            <p:ph type="title" idx="7"/>
          </p:nvPr>
        </p:nvSpPr>
        <p:spPr>
          <a:xfrm>
            <a:off x="3962263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3" name="Google Shape;323;p16"/>
          <p:cNvSpPr txBox="1">
            <a:spLocks noGrp="1"/>
          </p:cNvSpPr>
          <p:nvPr>
            <p:ph type="title" idx="8"/>
          </p:nvPr>
        </p:nvSpPr>
        <p:spPr>
          <a:xfrm>
            <a:off x="406525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4" name="Google Shape;324;p16"/>
          <p:cNvSpPr txBox="1">
            <a:spLocks noGrp="1"/>
          </p:cNvSpPr>
          <p:nvPr>
            <p:ph type="title" idx="9"/>
          </p:nvPr>
        </p:nvSpPr>
        <p:spPr>
          <a:xfrm>
            <a:off x="5729600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5" name="Google Shape;325;p16"/>
          <p:cNvSpPr txBox="1">
            <a:spLocks noGrp="1"/>
          </p:cNvSpPr>
          <p:nvPr>
            <p:ph type="title" idx="13"/>
          </p:nvPr>
        </p:nvSpPr>
        <p:spPr>
          <a:xfrm>
            <a:off x="7518138" y="1183050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326" name="Google Shape;326;p16"/>
          <p:cNvSpPr txBox="1">
            <a:spLocks noGrp="1"/>
          </p:cNvSpPr>
          <p:nvPr>
            <p:ph type="body" idx="1"/>
          </p:nvPr>
        </p:nvSpPr>
        <p:spPr>
          <a:xfrm>
            <a:off x="223881" y="331850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27" name="Google Shape;327;p16"/>
          <p:cNvSpPr txBox="1">
            <a:spLocks noGrp="1"/>
          </p:cNvSpPr>
          <p:nvPr>
            <p:ph type="body" idx="14"/>
          </p:nvPr>
        </p:nvSpPr>
        <p:spPr>
          <a:xfrm>
            <a:off x="2004019" y="331640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28" name="Google Shape;328;p16"/>
          <p:cNvSpPr txBox="1">
            <a:spLocks noGrp="1"/>
          </p:cNvSpPr>
          <p:nvPr>
            <p:ph type="body" idx="15"/>
          </p:nvPr>
        </p:nvSpPr>
        <p:spPr>
          <a:xfrm>
            <a:off x="3781781" y="331745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29" name="Google Shape;329;p16"/>
          <p:cNvSpPr txBox="1">
            <a:spLocks noGrp="1"/>
          </p:cNvSpPr>
          <p:nvPr>
            <p:ph type="body" idx="16"/>
          </p:nvPr>
        </p:nvSpPr>
        <p:spPr>
          <a:xfrm>
            <a:off x="5559956" y="331535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0" name="Google Shape;330;p16"/>
          <p:cNvSpPr txBox="1">
            <a:spLocks noGrp="1"/>
          </p:cNvSpPr>
          <p:nvPr>
            <p:ph type="body" idx="17"/>
          </p:nvPr>
        </p:nvSpPr>
        <p:spPr>
          <a:xfrm>
            <a:off x="7341056" y="3315350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1" name="Google Shape;331;p16"/>
          <p:cNvSpPr txBox="1">
            <a:spLocks noGrp="1"/>
          </p:cNvSpPr>
          <p:nvPr>
            <p:ph type="body" idx="18"/>
          </p:nvPr>
        </p:nvSpPr>
        <p:spPr>
          <a:xfrm>
            <a:off x="223881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2" name="Google Shape;332;p16"/>
          <p:cNvSpPr txBox="1">
            <a:spLocks noGrp="1"/>
          </p:cNvSpPr>
          <p:nvPr>
            <p:ph type="body" idx="19"/>
          </p:nvPr>
        </p:nvSpPr>
        <p:spPr>
          <a:xfrm>
            <a:off x="2004019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3" name="Google Shape;333;p16"/>
          <p:cNvSpPr txBox="1">
            <a:spLocks noGrp="1"/>
          </p:cNvSpPr>
          <p:nvPr>
            <p:ph type="body" idx="20"/>
          </p:nvPr>
        </p:nvSpPr>
        <p:spPr>
          <a:xfrm>
            <a:off x="3781781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4" name="Google Shape;334;p16"/>
          <p:cNvSpPr txBox="1">
            <a:spLocks noGrp="1"/>
          </p:cNvSpPr>
          <p:nvPr>
            <p:ph type="body" idx="21"/>
          </p:nvPr>
        </p:nvSpPr>
        <p:spPr>
          <a:xfrm>
            <a:off x="5559956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5" name="Google Shape;335;p16"/>
          <p:cNvSpPr txBox="1">
            <a:spLocks noGrp="1"/>
          </p:cNvSpPr>
          <p:nvPr>
            <p:ph type="body" idx="22"/>
          </p:nvPr>
        </p:nvSpPr>
        <p:spPr>
          <a:xfrm>
            <a:off x="7341056" y="4143425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36" name="Google Shape;336;p16"/>
          <p:cNvSpPr txBox="1">
            <a:spLocks noGrp="1"/>
          </p:cNvSpPr>
          <p:nvPr>
            <p:ph type="title" idx="23"/>
          </p:nvPr>
        </p:nvSpPr>
        <p:spPr>
          <a:xfrm>
            <a:off x="3782413" y="192506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37" name="Google Shape;337;p16"/>
          <p:cNvSpPr txBox="1">
            <a:spLocks noGrp="1"/>
          </p:cNvSpPr>
          <p:nvPr>
            <p:ph type="title" idx="24"/>
          </p:nvPr>
        </p:nvSpPr>
        <p:spPr>
          <a:xfrm>
            <a:off x="2004613" y="192401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38" name="Google Shape;338;p16"/>
          <p:cNvSpPr txBox="1">
            <a:spLocks noGrp="1"/>
          </p:cNvSpPr>
          <p:nvPr>
            <p:ph type="title" idx="25"/>
          </p:nvPr>
        </p:nvSpPr>
        <p:spPr>
          <a:xfrm>
            <a:off x="227650" y="192611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39" name="Google Shape;339;p16"/>
          <p:cNvSpPr txBox="1">
            <a:spLocks noGrp="1"/>
          </p:cNvSpPr>
          <p:nvPr>
            <p:ph type="title" idx="26"/>
          </p:nvPr>
        </p:nvSpPr>
        <p:spPr>
          <a:xfrm>
            <a:off x="7340875" y="192296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40" name="Google Shape;340;p16"/>
          <p:cNvSpPr txBox="1">
            <a:spLocks noGrp="1"/>
          </p:cNvSpPr>
          <p:nvPr>
            <p:ph type="title" idx="27"/>
          </p:nvPr>
        </p:nvSpPr>
        <p:spPr>
          <a:xfrm>
            <a:off x="5559375" y="1922963"/>
            <a:ext cx="1778700" cy="651900"/>
          </a:xfrm>
          <a:prstGeom prst="rect">
            <a:avLst/>
          </a:prstGeom>
        </p:spPr>
        <p:txBody>
          <a:bodyPr spcFirstLastPara="1" wrap="square" lIns="108000" tIns="0" rIns="10800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341" name="Google Shape;341;p16"/>
          <p:cNvSpPr txBox="1">
            <a:spLocks noGrp="1"/>
          </p:cNvSpPr>
          <p:nvPr>
            <p:ph type="subTitle" idx="28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42" name="Google Shape;342;p16"/>
          <p:cNvSpPr txBox="1">
            <a:spLocks noGrp="1"/>
          </p:cNvSpPr>
          <p:nvPr>
            <p:ph type="body" idx="29"/>
          </p:nvPr>
        </p:nvSpPr>
        <p:spPr>
          <a:xfrm>
            <a:off x="223881" y="249041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43" name="Google Shape;343;p16"/>
          <p:cNvSpPr txBox="1">
            <a:spLocks noGrp="1"/>
          </p:cNvSpPr>
          <p:nvPr>
            <p:ph type="body" idx="30"/>
          </p:nvPr>
        </p:nvSpPr>
        <p:spPr>
          <a:xfrm>
            <a:off x="2004019" y="248831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44" name="Google Shape;344;p16"/>
          <p:cNvSpPr txBox="1">
            <a:spLocks noGrp="1"/>
          </p:cNvSpPr>
          <p:nvPr>
            <p:ph type="body" idx="31"/>
          </p:nvPr>
        </p:nvSpPr>
        <p:spPr>
          <a:xfrm>
            <a:off x="3781781" y="248936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45" name="Google Shape;345;p16"/>
          <p:cNvSpPr txBox="1">
            <a:spLocks noGrp="1"/>
          </p:cNvSpPr>
          <p:nvPr>
            <p:ph type="body" idx="32"/>
          </p:nvPr>
        </p:nvSpPr>
        <p:spPr>
          <a:xfrm>
            <a:off x="5559956" y="248726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6"/>
          <p:cNvSpPr txBox="1">
            <a:spLocks noGrp="1"/>
          </p:cNvSpPr>
          <p:nvPr>
            <p:ph type="body" idx="33"/>
          </p:nvPr>
        </p:nvSpPr>
        <p:spPr>
          <a:xfrm>
            <a:off x="7341056" y="2487263"/>
            <a:ext cx="1778400" cy="651600"/>
          </a:xfrm>
          <a:prstGeom prst="rect">
            <a:avLst/>
          </a:prstGeom>
        </p:spPr>
        <p:txBody>
          <a:bodyPr spcFirstLastPara="1" wrap="square" lIns="108000" tIns="54000" rIns="10800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1">
  <p:cSld name="CUSTOM_7_1_1_1_1_1_1_1_1_1_1_1_1_1_1_1_1_7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49" name="Google Shape;349;p17"/>
          <p:cNvSpPr txBox="1">
            <a:spLocks noGrp="1"/>
          </p:cNvSpPr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>
            <a:endParaRPr/>
          </a:p>
        </p:txBody>
      </p:sp>
      <p:cxnSp>
        <p:nvCxnSpPr>
          <p:cNvPr id="350" name="Google Shape;350;p17"/>
          <p:cNvCxnSpPr/>
          <p:nvPr/>
        </p:nvCxnSpPr>
        <p:spPr>
          <a:xfrm rot="10800000">
            <a:off x="1721971" y="1322379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1" name="Google Shape;351;p17"/>
          <p:cNvCxnSpPr/>
          <p:nvPr/>
        </p:nvCxnSpPr>
        <p:spPr>
          <a:xfrm rot="10800000">
            <a:off x="3185875" y="1321065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2" name="Google Shape;352;p17"/>
          <p:cNvCxnSpPr/>
          <p:nvPr/>
        </p:nvCxnSpPr>
        <p:spPr>
          <a:xfrm rot="10800000">
            <a:off x="4620526" y="1322379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3" name="Google Shape;353;p17"/>
          <p:cNvCxnSpPr/>
          <p:nvPr/>
        </p:nvCxnSpPr>
        <p:spPr>
          <a:xfrm rot="10800000">
            <a:off x="6053808" y="1322379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4" name="Google Shape;354;p17"/>
          <p:cNvCxnSpPr/>
          <p:nvPr/>
        </p:nvCxnSpPr>
        <p:spPr>
          <a:xfrm rot="10800000">
            <a:off x="7487809" y="1321073"/>
            <a:ext cx="0" cy="32229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5" name="Google Shape;355;p17"/>
          <p:cNvCxnSpPr/>
          <p:nvPr/>
        </p:nvCxnSpPr>
        <p:spPr>
          <a:xfrm rot="10800000">
            <a:off x="997162" y="4125842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6" name="Google Shape;356;p17"/>
          <p:cNvCxnSpPr/>
          <p:nvPr/>
        </p:nvCxnSpPr>
        <p:spPr>
          <a:xfrm rot="10800000">
            <a:off x="997162" y="3532492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7" name="Google Shape;357;p17"/>
          <p:cNvCxnSpPr/>
          <p:nvPr/>
        </p:nvCxnSpPr>
        <p:spPr>
          <a:xfrm rot="10800000">
            <a:off x="997162" y="2933172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8" name="Google Shape;358;p17"/>
          <p:cNvCxnSpPr/>
          <p:nvPr/>
        </p:nvCxnSpPr>
        <p:spPr>
          <a:xfrm rot="10800000">
            <a:off x="997162" y="2335841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59" name="Google Shape;359;p17"/>
          <p:cNvCxnSpPr/>
          <p:nvPr/>
        </p:nvCxnSpPr>
        <p:spPr>
          <a:xfrm rot="10800000">
            <a:off x="997162" y="1737130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360" name="Google Shape;360;p17"/>
          <p:cNvCxnSpPr/>
          <p:nvPr/>
        </p:nvCxnSpPr>
        <p:spPr>
          <a:xfrm rot="10800000">
            <a:off x="997686" y="4545103"/>
            <a:ext cx="7531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61" name="Google Shape;361;p17"/>
          <p:cNvCxnSpPr/>
          <p:nvPr/>
        </p:nvCxnSpPr>
        <p:spPr>
          <a:xfrm rot="10800000">
            <a:off x="997311" y="1316605"/>
            <a:ext cx="0" cy="3234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2" name="Google Shape;362;p17"/>
          <p:cNvSpPr txBox="1">
            <a:spLocks noGrp="1"/>
          </p:cNvSpPr>
          <p:nvPr>
            <p:ph type="subTitle" idx="2"/>
          </p:nvPr>
        </p:nvSpPr>
        <p:spPr>
          <a:xfrm>
            <a:off x="1730075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3" name="Google Shape;363;p17"/>
          <p:cNvSpPr txBox="1">
            <a:spLocks noGrp="1"/>
          </p:cNvSpPr>
          <p:nvPr>
            <p:ph type="subTitle" idx="3"/>
          </p:nvPr>
        </p:nvSpPr>
        <p:spPr>
          <a:xfrm>
            <a:off x="3165294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4" name="Google Shape;364;p17"/>
          <p:cNvSpPr txBox="1">
            <a:spLocks noGrp="1"/>
          </p:cNvSpPr>
          <p:nvPr>
            <p:ph type="subTitle" idx="4"/>
          </p:nvPr>
        </p:nvSpPr>
        <p:spPr>
          <a:xfrm>
            <a:off x="4611461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5" name="Google Shape;365;p17"/>
          <p:cNvSpPr txBox="1">
            <a:spLocks noGrp="1"/>
          </p:cNvSpPr>
          <p:nvPr>
            <p:ph type="subTitle" idx="5"/>
          </p:nvPr>
        </p:nvSpPr>
        <p:spPr>
          <a:xfrm>
            <a:off x="7490421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6" name="Google Shape;366;p17"/>
          <p:cNvSpPr txBox="1">
            <a:spLocks noGrp="1"/>
          </p:cNvSpPr>
          <p:nvPr>
            <p:ph type="subTitle" idx="6"/>
          </p:nvPr>
        </p:nvSpPr>
        <p:spPr>
          <a:xfrm>
            <a:off x="6052173" y="4545279"/>
            <a:ext cx="1037400" cy="3753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7" name="Google Shape;367;p17"/>
          <p:cNvSpPr txBox="1">
            <a:spLocks noGrp="1"/>
          </p:cNvSpPr>
          <p:nvPr>
            <p:ph type="subTitle" idx="7"/>
          </p:nvPr>
        </p:nvSpPr>
        <p:spPr>
          <a:xfrm>
            <a:off x="286936" y="3435204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8" name="Google Shape;368;p17"/>
          <p:cNvSpPr txBox="1">
            <a:spLocks noGrp="1"/>
          </p:cNvSpPr>
          <p:nvPr>
            <p:ph type="subTitle" idx="8"/>
          </p:nvPr>
        </p:nvSpPr>
        <p:spPr>
          <a:xfrm>
            <a:off x="286936" y="4047421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69" name="Google Shape;369;p17"/>
          <p:cNvSpPr txBox="1">
            <a:spLocks noGrp="1"/>
          </p:cNvSpPr>
          <p:nvPr>
            <p:ph type="subTitle" idx="9"/>
          </p:nvPr>
        </p:nvSpPr>
        <p:spPr>
          <a:xfrm>
            <a:off x="286936" y="2240202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70" name="Google Shape;370;p17"/>
          <p:cNvSpPr txBox="1">
            <a:spLocks noGrp="1"/>
          </p:cNvSpPr>
          <p:nvPr>
            <p:ph type="subTitle" idx="13"/>
          </p:nvPr>
        </p:nvSpPr>
        <p:spPr>
          <a:xfrm>
            <a:off x="286936" y="2859829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  <p:sp>
        <p:nvSpPr>
          <p:cNvPr id="371" name="Google Shape;371;p17"/>
          <p:cNvSpPr txBox="1">
            <a:spLocks noGrp="1"/>
          </p:cNvSpPr>
          <p:nvPr>
            <p:ph type="subTitle" idx="14"/>
          </p:nvPr>
        </p:nvSpPr>
        <p:spPr>
          <a:xfrm>
            <a:off x="286936" y="1641475"/>
            <a:ext cx="632700" cy="19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Hanken Grotesk"/>
              <a:buNone/>
              <a:defRPr sz="800" b="1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Hanken Grotesk"/>
              <a:buNone/>
              <a:defRPr sz="8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2">
  <p:cSld name="CUSTOM_7_1_1_1_1_1_1_1_1_1_1_1_1_1_1_1_1_8">
    <p:bg>
      <p:bgPr>
        <a:solidFill>
          <a:schemeClr val="dk2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8"/>
          <p:cNvSpPr txBox="1">
            <a:spLocks noGrp="1"/>
          </p:cNvSpPr>
          <p:nvPr>
            <p:ph type="body" idx="1"/>
          </p:nvPr>
        </p:nvSpPr>
        <p:spPr>
          <a:xfrm>
            <a:off x="6832625" y="4360925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4" name="Google Shape;374;p18"/>
          <p:cNvSpPr txBox="1">
            <a:spLocks noGrp="1"/>
          </p:cNvSpPr>
          <p:nvPr>
            <p:ph type="body" idx="2"/>
          </p:nvPr>
        </p:nvSpPr>
        <p:spPr>
          <a:xfrm>
            <a:off x="4619575" y="4360925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5" name="Google Shape;375;p18"/>
          <p:cNvSpPr txBox="1">
            <a:spLocks noGrp="1"/>
          </p:cNvSpPr>
          <p:nvPr>
            <p:ph type="body" idx="3"/>
          </p:nvPr>
        </p:nvSpPr>
        <p:spPr>
          <a:xfrm>
            <a:off x="2406525" y="4360925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6" name="Google Shape;376;p18"/>
          <p:cNvSpPr txBox="1">
            <a:spLocks noGrp="1"/>
          </p:cNvSpPr>
          <p:nvPr>
            <p:ph type="body" idx="4"/>
          </p:nvPr>
        </p:nvSpPr>
        <p:spPr>
          <a:xfrm>
            <a:off x="193475" y="4360925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7" name="Google Shape;377;p18"/>
          <p:cNvSpPr txBox="1">
            <a:spLocks noGrp="1"/>
          </p:cNvSpPr>
          <p:nvPr>
            <p:ph type="body" idx="5"/>
          </p:nvPr>
        </p:nvSpPr>
        <p:spPr>
          <a:xfrm>
            <a:off x="6831375" y="2557613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18"/>
          <p:cNvSpPr txBox="1">
            <a:spLocks noGrp="1"/>
          </p:cNvSpPr>
          <p:nvPr>
            <p:ph type="body" idx="6"/>
          </p:nvPr>
        </p:nvSpPr>
        <p:spPr>
          <a:xfrm>
            <a:off x="4618325" y="2557613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9" name="Google Shape;379;p18"/>
          <p:cNvSpPr txBox="1">
            <a:spLocks noGrp="1"/>
          </p:cNvSpPr>
          <p:nvPr>
            <p:ph type="body" idx="7"/>
          </p:nvPr>
        </p:nvSpPr>
        <p:spPr>
          <a:xfrm>
            <a:off x="2405275" y="2557613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0" name="Google Shape;380;p18"/>
          <p:cNvSpPr txBox="1">
            <a:spLocks noGrp="1"/>
          </p:cNvSpPr>
          <p:nvPr>
            <p:ph type="body" idx="8"/>
          </p:nvPr>
        </p:nvSpPr>
        <p:spPr>
          <a:xfrm>
            <a:off x="192225" y="2557613"/>
            <a:ext cx="2120400" cy="496800"/>
          </a:xfrm>
          <a:prstGeom prst="rect">
            <a:avLst/>
          </a:prstGeom>
        </p:spPr>
        <p:txBody>
          <a:bodyPr spcFirstLastPara="1" wrap="square" lIns="180000" tIns="54000" rIns="18000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1" name="Google Shape;381;p18"/>
          <p:cNvSpPr txBox="1">
            <a:spLocks noGrp="1"/>
          </p:cNvSpPr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>
            <a:endParaRPr/>
          </a:p>
        </p:txBody>
      </p:sp>
      <p:sp>
        <p:nvSpPr>
          <p:cNvPr id="382" name="Google Shape;382;p18"/>
          <p:cNvSpPr txBox="1">
            <a:spLocks noGrp="1"/>
          </p:cNvSpPr>
          <p:nvPr>
            <p:ph type="subTitle" idx="9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83" name="Google Shape;383;p18"/>
          <p:cNvSpPr txBox="1">
            <a:spLocks noGrp="1"/>
          </p:cNvSpPr>
          <p:nvPr>
            <p:ph type="title" idx="13"/>
          </p:nvPr>
        </p:nvSpPr>
        <p:spPr>
          <a:xfrm>
            <a:off x="6996850" y="136480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4" name="Google Shape;384;p18"/>
          <p:cNvSpPr txBox="1">
            <a:spLocks noGrp="1"/>
          </p:cNvSpPr>
          <p:nvPr>
            <p:ph type="title" idx="14"/>
          </p:nvPr>
        </p:nvSpPr>
        <p:spPr>
          <a:xfrm>
            <a:off x="4783238" y="136480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5" name="Google Shape;385;p18"/>
          <p:cNvSpPr txBox="1">
            <a:spLocks noGrp="1"/>
          </p:cNvSpPr>
          <p:nvPr>
            <p:ph type="title" idx="15"/>
          </p:nvPr>
        </p:nvSpPr>
        <p:spPr>
          <a:xfrm>
            <a:off x="2546913" y="136480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6" name="Google Shape;386;p18"/>
          <p:cNvSpPr txBox="1">
            <a:spLocks noGrp="1"/>
          </p:cNvSpPr>
          <p:nvPr>
            <p:ph type="title" idx="16"/>
          </p:nvPr>
        </p:nvSpPr>
        <p:spPr>
          <a:xfrm>
            <a:off x="355638" y="1365769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7" name="Google Shape;387;p18"/>
          <p:cNvSpPr txBox="1">
            <a:spLocks noGrp="1"/>
          </p:cNvSpPr>
          <p:nvPr>
            <p:ph type="title" idx="17"/>
          </p:nvPr>
        </p:nvSpPr>
        <p:spPr>
          <a:xfrm>
            <a:off x="7002200" y="316335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8" name="Google Shape;388;p18"/>
          <p:cNvSpPr txBox="1">
            <a:spLocks noGrp="1"/>
          </p:cNvSpPr>
          <p:nvPr>
            <p:ph type="title" idx="18"/>
          </p:nvPr>
        </p:nvSpPr>
        <p:spPr>
          <a:xfrm>
            <a:off x="4788588" y="316335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89" name="Google Shape;389;p18"/>
          <p:cNvSpPr txBox="1">
            <a:spLocks noGrp="1"/>
          </p:cNvSpPr>
          <p:nvPr>
            <p:ph type="title" idx="19"/>
          </p:nvPr>
        </p:nvSpPr>
        <p:spPr>
          <a:xfrm>
            <a:off x="2552263" y="3163356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  <p:sp>
        <p:nvSpPr>
          <p:cNvPr id="390" name="Google Shape;390;p18"/>
          <p:cNvSpPr txBox="1">
            <a:spLocks noGrp="1"/>
          </p:cNvSpPr>
          <p:nvPr>
            <p:ph type="title" idx="20"/>
          </p:nvPr>
        </p:nvSpPr>
        <p:spPr>
          <a:xfrm>
            <a:off x="360988" y="3164319"/>
            <a:ext cx="1839600" cy="77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Font typeface="Hanken Grotesk Light"/>
              <a:buNone/>
              <a:defRPr sz="5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Hanken Grotesk Light"/>
              <a:buNone/>
              <a:defRPr sz="12000">
                <a:latin typeface="Hanken Grotesk Light"/>
                <a:ea typeface="Hanken Grotesk Light"/>
                <a:cs typeface="Hanken Grotesk Light"/>
                <a:sym typeface="Hanken Grotesk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3">
  <p:cSld name="CUSTOM_7_1_1_1_1_1_1_1_1_1_1_1_1_1_1_1_1_7_1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9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93" name="Google Shape;393;p19"/>
          <p:cNvSpPr txBox="1">
            <a:spLocks noGrp="1"/>
          </p:cNvSpPr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>
            <a:endParaRPr/>
          </a:p>
        </p:txBody>
      </p:sp>
      <p:sp>
        <p:nvSpPr>
          <p:cNvPr id="394" name="Google Shape;394;p19"/>
          <p:cNvSpPr txBox="1">
            <a:spLocks noGrp="1"/>
          </p:cNvSpPr>
          <p:nvPr>
            <p:ph type="subTitle" idx="2"/>
          </p:nvPr>
        </p:nvSpPr>
        <p:spPr>
          <a:xfrm>
            <a:off x="193100" y="3780025"/>
            <a:ext cx="16332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19"/>
          <p:cNvSpPr txBox="1">
            <a:spLocks noGrp="1"/>
          </p:cNvSpPr>
          <p:nvPr>
            <p:ph type="subTitle" idx="3"/>
          </p:nvPr>
        </p:nvSpPr>
        <p:spPr>
          <a:xfrm>
            <a:off x="1852425" y="4067625"/>
            <a:ext cx="2529000" cy="237600"/>
          </a:xfrm>
          <a:prstGeom prst="rect">
            <a:avLst/>
          </a:prstGeom>
        </p:spPr>
        <p:txBody>
          <a:bodyPr spcFirstLastPara="1" wrap="square" lIns="5400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19"/>
          <p:cNvSpPr txBox="1">
            <a:spLocks noGrp="1"/>
          </p:cNvSpPr>
          <p:nvPr>
            <p:ph type="subTitle" idx="4"/>
          </p:nvPr>
        </p:nvSpPr>
        <p:spPr>
          <a:xfrm>
            <a:off x="193100" y="2519863"/>
            <a:ext cx="16332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9"/>
          <p:cNvSpPr txBox="1">
            <a:spLocks noGrp="1"/>
          </p:cNvSpPr>
          <p:nvPr>
            <p:ph type="subTitle" idx="5"/>
          </p:nvPr>
        </p:nvSpPr>
        <p:spPr>
          <a:xfrm>
            <a:off x="1852425" y="2807463"/>
            <a:ext cx="2529000" cy="237600"/>
          </a:xfrm>
          <a:prstGeom prst="rect">
            <a:avLst/>
          </a:prstGeom>
        </p:spPr>
        <p:txBody>
          <a:bodyPr spcFirstLastPara="1" wrap="square" lIns="5400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9"/>
          <p:cNvSpPr txBox="1">
            <a:spLocks noGrp="1"/>
          </p:cNvSpPr>
          <p:nvPr>
            <p:ph type="subTitle" idx="6"/>
          </p:nvPr>
        </p:nvSpPr>
        <p:spPr>
          <a:xfrm>
            <a:off x="219077" y="1259725"/>
            <a:ext cx="16332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anken Grotesk Light"/>
              <a:buNone/>
              <a:defRPr sz="4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9"/>
          <p:cNvSpPr txBox="1">
            <a:spLocks noGrp="1"/>
          </p:cNvSpPr>
          <p:nvPr>
            <p:ph type="subTitle" idx="7"/>
          </p:nvPr>
        </p:nvSpPr>
        <p:spPr>
          <a:xfrm>
            <a:off x="1852425" y="1547325"/>
            <a:ext cx="2529000" cy="237600"/>
          </a:xfrm>
          <a:prstGeom prst="rect">
            <a:avLst/>
          </a:prstGeom>
        </p:spPr>
        <p:txBody>
          <a:bodyPr spcFirstLastPara="1" wrap="square" lIns="54000" tIns="54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9"/>
          <p:cNvSpPr txBox="1">
            <a:spLocks noGrp="1"/>
          </p:cNvSpPr>
          <p:nvPr>
            <p:ph type="body" idx="8"/>
          </p:nvPr>
        </p:nvSpPr>
        <p:spPr>
          <a:xfrm>
            <a:off x="189973" y="4665450"/>
            <a:ext cx="4345200" cy="3744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1" name="Google Shape;401;p19"/>
          <p:cNvSpPr txBox="1">
            <a:spLocks noGrp="1"/>
          </p:cNvSpPr>
          <p:nvPr>
            <p:ph type="body" idx="9"/>
          </p:nvPr>
        </p:nvSpPr>
        <p:spPr>
          <a:xfrm>
            <a:off x="189973" y="3405288"/>
            <a:ext cx="4345200" cy="3744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2" name="Google Shape;402;p19"/>
          <p:cNvSpPr txBox="1">
            <a:spLocks noGrp="1"/>
          </p:cNvSpPr>
          <p:nvPr>
            <p:ph type="body" idx="13"/>
          </p:nvPr>
        </p:nvSpPr>
        <p:spPr>
          <a:xfrm>
            <a:off x="199273" y="2145150"/>
            <a:ext cx="4345200" cy="374400"/>
          </a:xfrm>
          <a:prstGeom prst="rect">
            <a:avLst/>
          </a:prstGeom>
        </p:spPr>
        <p:txBody>
          <a:bodyPr spcFirstLastPara="1" wrap="square" lIns="0" tIns="54000" rIns="0" bIns="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cs 4">
  <p:cSld name="CUSTOM_7_1_1_1_1_1_1_1_1_1_1_1_1_1_1_1_1_7_2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0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05" name="Google Shape;405;p20"/>
          <p:cNvSpPr txBox="1">
            <a:spLocks noGrp="1"/>
          </p:cNvSpPr>
          <p:nvPr>
            <p:ph type="title"/>
          </p:nvPr>
        </p:nvSpPr>
        <p:spPr>
          <a:xfrm>
            <a:off x="594025" y="539600"/>
            <a:ext cx="7196700" cy="57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9pPr>
          </a:lstStyle>
          <a:p>
            <a:endParaRPr/>
          </a:p>
        </p:txBody>
      </p:sp>
      <p:sp>
        <p:nvSpPr>
          <p:cNvPr id="406" name="Google Shape;406;p20"/>
          <p:cNvSpPr txBox="1">
            <a:spLocks noGrp="1"/>
          </p:cNvSpPr>
          <p:nvPr>
            <p:ph type="subTitle" idx="2"/>
          </p:nvPr>
        </p:nvSpPr>
        <p:spPr>
          <a:xfrm>
            <a:off x="189375" y="4264275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7" name="Google Shape;407;p20"/>
          <p:cNvSpPr txBox="1">
            <a:spLocks noGrp="1"/>
          </p:cNvSpPr>
          <p:nvPr>
            <p:ph type="subTitle" idx="3"/>
          </p:nvPr>
        </p:nvSpPr>
        <p:spPr>
          <a:xfrm>
            <a:off x="190425" y="3693375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8" name="Google Shape;408;p20"/>
          <p:cNvSpPr txBox="1">
            <a:spLocks noGrp="1"/>
          </p:cNvSpPr>
          <p:nvPr>
            <p:ph type="subTitle" idx="4"/>
          </p:nvPr>
        </p:nvSpPr>
        <p:spPr>
          <a:xfrm>
            <a:off x="190425" y="3118013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9" name="Google Shape;409;p20"/>
          <p:cNvSpPr txBox="1">
            <a:spLocks noGrp="1"/>
          </p:cNvSpPr>
          <p:nvPr>
            <p:ph type="subTitle" idx="5"/>
          </p:nvPr>
        </p:nvSpPr>
        <p:spPr>
          <a:xfrm>
            <a:off x="191475" y="2547113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0" name="Google Shape;410;p20"/>
          <p:cNvSpPr txBox="1">
            <a:spLocks noGrp="1"/>
          </p:cNvSpPr>
          <p:nvPr>
            <p:ph type="subTitle" idx="6"/>
          </p:nvPr>
        </p:nvSpPr>
        <p:spPr>
          <a:xfrm>
            <a:off x="190950" y="1971763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1" name="Google Shape;411;p20"/>
          <p:cNvSpPr txBox="1">
            <a:spLocks noGrp="1"/>
          </p:cNvSpPr>
          <p:nvPr>
            <p:ph type="subTitle" idx="7"/>
          </p:nvPr>
        </p:nvSpPr>
        <p:spPr>
          <a:xfrm>
            <a:off x="192000" y="1400863"/>
            <a:ext cx="1529400" cy="572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Hanken Grotesk Light"/>
              <a:buNone/>
              <a:defRPr sz="30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12" name="Google Shape;412;p20"/>
          <p:cNvSpPr txBox="1">
            <a:spLocks noGrp="1"/>
          </p:cNvSpPr>
          <p:nvPr>
            <p:ph type="subTitle" idx="8"/>
          </p:nvPr>
        </p:nvSpPr>
        <p:spPr>
          <a:xfrm>
            <a:off x="1967073" y="2550100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20"/>
          <p:cNvSpPr txBox="1">
            <a:spLocks noGrp="1"/>
          </p:cNvSpPr>
          <p:nvPr>
            <p:ph type="subTitle" idx="9"/>
          </p:nvPr>
        </p:nvSpPr>
        <p:spPr>
          <a:xfrm>
            <a:off x="1967073" y="1400875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4" name="Google Shape;414;p20"/>
          <p:cNvSpPr txBox="1">
            <a:spLocks noGrp="1"/>
          </p:cNvSpPr>
          <p:nvPr>
            <p:ph type="subTitle" idx="13"/>
          </p:nvPr>
        </p:nvSpPr>
        <p:spPr>
          <a:xfrm>
            <a:off x="1967073" y="1971775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5" name="Google Shape;415;p20"/>
          <p:cNvSpPr txBox="1">
            <a:spLocks noGrp="1"/>
          </p:cNvSpPr>
          <p:nvPr>
            <p:ph type="subTitle" idx="14"/>
          </p:nvPr>
        </p:nvSpPr>
        <p:spPr>
          <a:xfrm>
            <a:off x="1967073" y="3121000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6" name="Google Shape;416;p20"/>
          <p:cNvSpPr txBox="1">
            <a:spLocks noGrp="1"/>
          </p:cNvSpPr>
          <p:nvPr>
            <p:ph type="subTitle" idx="15"/>
          </p:nvPr>
        </p:nvSpPr>
        <p:spPr>
          <a:xfrm>
            <a:off x="1967073" y="4262800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7" name="Google Shape;417;p20"/>
          <p:cNvSpPr txBox="1">
            <a:spLocks noGrp="1"/>
          </p:cNvSpPr>
          <p:nvPr>
            <p:ph type="subTitle" idx="16"/>
          </p:nvPr>
        </p:nvSpPr>
        <p:spPr>
          <a:xfrm>
            <a:off x="1967073" y="3691900"/>
            <a:ext cx="12168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18" name="Google Shape;418;p20"/>
          <p:cNvSpPr txBox="1">
            <a:spLocks noGrp="1"/>
          </p:cNvSpPr>
          <p:nvPr>
            <p:ph type="body" idx="17"/>
          </p:nvPr>
        </p:nvSpPr>
        <p:spPr>
          <a:xfrm>
            <a:off x="3741773" y="1973250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19" name="Google Shape;419;p20"/>
          <p:cNvSpPr txBox="1">
            <a:spLocks noGrp="1"/>
          </p:cNvSpPr>
          <p:nvPr>
            <p:ph type="body" idx="18"/>
          </p:nvPr>
        </p:nvSpPr>
        <p:spPr>
          <a:xfrm>
            <a:off x="3741773" y="2551575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0" name="Google Shape;420;p20"/>
          <p:cNvSpPr txBox="1">
            <a:spLocks noGrp="1"/>
          </p:cNvSpPr>
          <p:nvPr>
            <p:ph type="body" idx="19"/>
          </p:nvPr>
        </p:nvSpPr>
        <p:spPr>
          <a:xfrm>
            <a:off x="3741773" y="3122475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1" name="Google Shape;421;p20"/>
          <p:cNvSpPr txBox="1">
            <a:spLocks noGrp="1"/>
          </p:cNvSpPr>
          <p:nvPr>
            <p:ph type="body" idx="20"/>
          </p:nvPr>
        </p:nvSpPr>
        <p:spPr>
          <a:xfrm>
            <a:off x="3741773" y="3693375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2" name="Google Shape;422;p20"/>
          <p:cNvSpPr txBox="1">
            <a:spLocks noGrp="1"/>
          </p:cNvSpPr>
          <p:nvPr>
            <p:ph type="body" idx="21"/>
          </p:nvPr>
        </p:nvSpPr>
        <p:spPr>
          <a:xfrm>
            <a:off x="3741773" y="4264275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23" name="Google Shape;423;p20"/>
          <p:cNvSpPr txBox="1">
            <a:spLocks noGrp="1"/>
          </p:cNvSpPr>
          <p:nvPr>
            <p:ph type="body" idx="22"/>
          </p:nvPr>
        </p:nvSpPr>
        <p:spPr>
          <a:xfrm>
            <a:off x="3741773" y="1402350"/>
            <a:ext cx="5137200" cy="374400"/>
          </a:xfrm>
          <a:prstGeom prst="rect">
            <a:avLst/>
          </a:prstGeom>
        </p:spPr>
        <p:txBody>
          <a:bodyPr spcFirstLastPara="1" wrap="square" lIns="0" tIns="90000" rIns="0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folder background 2">
  <p:cSld name="CUSTOM_1_1_1_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1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26" name="Google Shape;426;p21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27" name="Google Shape;427;p21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28" name="Google Shape;428;p21"/>
          <p:cNvSpPr txBox="1">
            <a:spLocks noGrp="1"/>
          </p:cNvSpPr>
          <p:nvPr>
            <p:ph type="subTitle" idx="3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21"/>
          <p:cNvSpPr txBox="1">
            <a:spLocks noGrp="1"/>
          </p:cNvSpPr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30" name="Google Shape;430;p21"/>
          <p:cNvSpPr txBox="1">
            <a:spLocks noGrp="1"/>
          </p:cNvSpPr>
          <p:nvPr>
            <p:ph type="subTitle" idx="4"/>
          </p:nvPr>
        </p:nvSpPr>
        <p:spPr>
          <a:xfrm>
            <a:off x="1759000" y="3017700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1" name="Google Shape;431;p21"/>
          <p:cNvSpPr txBox="1">
            <a:spLocks noGrp="1"/>
          </p:cNvSpPr>
          <p:nvPr>
            <p:ph type="subTitle" idx="5"/>
          </p:nvPr>
        </p:nvSpPr>
        <p:spPr>
          <a:xfrm>
            <a:off x="1758250" y="1663775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2" name="Google Shape;432;p21"/>
          <p:cNvSpPr txBox="1">
            <a:spLocks noGrp="1"/>
          </p:cNvSpPr>
          <p:nvPr>
            <p:ph type="subTitle" idx="6"/>
          </p:nvPr>
        </p:nvSpPr>
        <p:spPr>
          <a:xfrm>
            <a:off x="1758250" y="2340600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21"/>
          <p:cNvSpPr txBox="1">
            <a:spLocks noGrp="1"/>
          </p:cNvSpPr>
          <p:nvPr>
            <p:ph type="subTitle" idx="7"/>
          </p:nvPr>
        </p:nvSpPr>
        <p:spPr>
          <a:xfrm>
            <a:off x="1758250" y="3694800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21"/>
          <p:cNvSpPr txBox="1">
            <a:spLocks noGrp="1"/>
          </p:cNvSpPr>
          <p:nvPr>
            <p:ph type="subTitle" idx="8"/>
          </p:nvPr>
        </p:nvSpPr>
        <p:spPr>
          <a:xfrm>
            <a:off x="1758250" y="4367075"/>
            <a:ext cx="2336400" cy="374400"/>
          </a:xfrm>
          <a:prstGeom prst="rect">
            <a:avLst/>
          </a:prstGeom>
        </p:spPr>
        <p:txBody>
          <a:bodyPr spcFirstLastPara="1" wrap="square" lIns="91425" tIns="36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Hanken Grotesk Light"/>
              <a:buNone/>
              <a:defRPr sz="22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21"/>
          <p:cNvSpPr txBox="1">
            <a:spLocks noGrp="1"/>
          </p:cNvSpPr>
          <p:nvPr>
            <p:ph type="subTitle" idx="9"/>
          </p:nvPr>
        </p:nvSpPr>
        <p:spPr>
          <a:xfrm>
            <a:off x="228148" y="3019975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3"/>
          </p:nvPr>
        </p:nvSpPr>
        <p:spPr>
          <a:xfrm>
            <a:off x="228148" y="1666050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14"/>
          </p:nvPr>
        </p:nvSpPr>
        <p:spPr>
          <a:xfrm>
            <a:off x="228148" y="2342875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21"/>
          <p:cNvSpPr txBox="1">
            <a:spLocks noGrp="1"/>
          </p:cNvSpPr>
          <p:nvPr>
            <p:ph type="subTitle" idx="15"/>
          </p:nvPr>
        </p:nvSpPr>
        <p:spPr>
          <a:xfrm>
            <a:off x="228148" y="3697075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39" name="Google Shape;439;p21"/>
          <p:cNvSpPr txBox="1">
            <a:spLocks noGrp="1"/>
          </p:cNvSpPr>
          <p:nvPr>
            <p:ph type="subTitle" idx="16"/>
          </p:nvPr>
        </p:nvSpPr>
        <p:spPr>
          <a:xfrm>
            <a:off x="228148" y="4369350"/>
            <a:ext cx="810000" cy="374400"/>
          </a:xfrm>
          <a:prstGeom prst="rect">
            <a:avLst/>
          </a:prstGeom>
        </p:spPr>
        <p:txBody>
          <a:bodyPr spcFirstLastPara="1" wrap="square" lIns="0" tIns="72000" rIns="0" bIns="108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21"/>
          <p:cNvSpPr txBox="1">
            <a:spLocks noGrp="1"/>
          </p:cNvSpPr>
          <p:nvPr>
            <p:ph type="title" idx="17"/>
          </p:nvPr>
        </p:nvSpPr>
        <p:spPr>
          <a:xfrm>
            <a:off x="596525" y="753331"/>
            <a:ext cx="7062000" cy="910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1" name="Google Shape;441;p21"/>
          <p:cNvSpPr txBox="1">
            <a:spLocks noGrp="1"/>
          </p:cNvSpPr>
          <p:nvPr>
            <p:ph type="body" idx="18"/>
          </p:nvPr>
        </p:nvSpPr>
        <p:spPr>
          <a:xfrm>
            <a:off x="4571300" y="4367075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42" name="Google Shape;442;p21"/>
          <p:cNvSpPr txBox="1">
            <a:spLocks noGrp="1"/>
          </p:cNvSpPr>
          <p:nvPr>
            <p:ph type="body" idx="19"/>
          </p:nvPr>
        </p:nvSpPr>
        <p:spPr>
          <a:xfrm>
            <a:off x="4571300" y="3694800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43" name="Google Shape;443;p21"/>
          <p:cNvSpPr txBox="1">
            <a:spLocks noGrp="1"/>
          </p:cNvSpPr>
          <p:nvPr>
            <p:ph type="body" idx="20"/>
          </p:nvPr>
        </p:nvSpPr>
        <p:spPr>
          <a:xfrm>
            <a:off x="4571300" y="3017700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44" name="Google Shape;444;p21"/>
          <p:cNvSpPr txBox="1">
            <a:spLocks noGrp="1"/>
          </p:cNvSpPr>
          <p:nvPr>
            <p:ph type="body" idx="21"/>
          </p:nvPr>
        </p:nvSpPr>
        <p:spPr>
          <a:xfrm>
            <a:off x="4571300" y="2340600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45" name="Google Shape;445;p21"/>
          <p:cNvSpPr txBox="1">
            <a:spLocks noGrp="1"/>
          </p:cNvSpPr>
          <p:nvPr>
            <p:ph type="body" idx="22"/>
          </p:nvPr>
        </p:nvSpPr>
        <p:spPr>
          <a:xfrm>
            <a:off x="4571300" y="1663775"/>
            <a:ext cx="4345200" cy="374400"/>
          </a:xfrm>
          <a:prstGeom prst="rect">
            <a:avLst/>
          </a:prstGeom>
        </p:spPr>
        <p:txBody>
          <a:bodyPr spcFirstLastPara="1" wrap="square" lIns="91425" tIns="72000" rIns="91425" bIns="108000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and folder background 3">
  <p:cSld name="CUSTOM_1_1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8" name="Google Shape;448;p22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49" name="Google Shape;449;p22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50" name="Google Shape;450;p22"/>
          <p:cNvSpPr txBox="1">
            <a:spLocks noGrp="1"/>
          </p:cNvSpPr>
          <p:nvPr>
            <p:ph type="subTitle" idx="1"/>
          </p:nvPr>
        </p:nvSpPr>
        <p:spPr>
          <a:xfrm>
            <a:off x="131460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22"/>
          <p:cNvSpPr txBox="1">
            <a:spLocks noGrp="1"/>
          </p:cNvSpPr>
          <p:nvPr>
            <p:ph type="subTitle" idx="2"/>
          </p:nvPr>
        </p:nvSpPr>
        <p:spPr>
          <a:xfrm>
            <a:off x="2783538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grpSp>
        <p:nvGrpSpPr>
          <p:cNvPr id="452" name="Google Shape;452;p22"/>
          <p:cNvGrpSpPr/>
          <p:nvPr/>
        </p:nvGrpSpPr>
        <p:grpSpPr>
          <a:xfrm>
            <a:off x="-2450" y="131788"/>
            <a:ext cx="9144000" cy="5011712"/>
            <a:chOff x="-2450" y="131788"/>
            <a:chExt cx="9144000" cy="5011712"/>
          </a:xfrm>
        </p:grpSpPr>
        <p:sp>
          <p:nvSpPr>
            <p:cNvPr id="453" name="Google Shape;453;p22"/>
            <p:cNvSpPr/>
            <p:nvPr/>
          </p:nvSpPr>
          <p:spPr>
            <a:xfrm>
              <a:off x="-2450" y="486600"/>
              <a:ext cx="9144000" cy="4656900"/>
            </a:xfrm>
            <a:prstGeom prst="roundRect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 </a:t>
              </a: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454" name="Google Shape;454;p22"/>
            <p:cNvSpPr/>
            <p:nvPr/>
          </p:nvSpPr>
          <p:spPr>
            <a:xfrm>
              <a:off x="5278763" y="131788"/>
              <a:ext cx="2245995" cy="360013"/>
            </a:xfrm>
            <a:custGeom>
              <a:avLst/>
              <a:gdLst/>
              <a:ahLst/>
              <a:cxnLst/>
              <a:rect l="l" t="t" r="r" b="b"/>
              <a:pathLst>
                <a:path w="285750" h="45745" extrusionOk="0">
                  <a:moveTo>
                    <a:pt x="85067" y="0"/>
                  </a:moveTo>
                  <a:lnTo>
                    <a:pt x="82600" y="39"/>
                  </a:lnTo>
                  <a:lnTo>
                    <a:pt x="80250" y="196"/>
                  </a:lnTo>
                  <a:lnTo>
                    <a:pt x="78017" y="392"/>
                  </a:lnTo>
                  <a:lnTo>
                    <a:pt x="75824" y="666"/>
                  </a:lnTo>
                  <a:lnTo>
                    <a:pt x="73748" y="1057"/>
                  </a:lnTo>
                  <a:lnTo>
                    <a:pt x="71751" y="1449"/>
                  </a:lnTo>
                  <a:lnTo>
                    <a:pt x="69871" y="1958"/>
                  </a:lnTo>
                  <a:lnTo>
                    <a:pt x="68030" y="2467"/>
                  </a:lnTo>
                  <a:lnTo>
                    <a:pt x="66307" y="3055"/>
                  </a:lnTo>
                  <a:lnTo>
                    <a:pt x="64662" y="3682"/>
                  </a:lnTo>
                  <a:lnTo>
                    <a:pt x="63095" y="4347"/>
                  </a:lnTo>
                  <a:lnTo>
                    <a:pt x="61607" y="5013"/>
                  </a:lnTo>
                  <a:lnTo>
                    <a:pt x="60197" y="5757"/>
                  </a:lnTo>
                  <a:lnTo>
                    <a:pt x="58905" y="6462"/>
                  </a:lnTo>
                  <a:lnTo>
                    <a:pt x="57651" y="7206"/>
                  </a:lnTo>
                  <a:lnTo>
                    <a:pt x="56476" y="7951"/>
                  </a:lnTo>
                  <a:lnTo>
                    <a:pt x="55419" y="8695"/>
                  </a:lnTo>
                  <a:lnTo>
                    <a:pt x="54401" y="9439"/>
                  </a:lnTo>
                  <a:lnTo>
                    <a:pt x="53461" y="10144"/>
                  </a:lnTo>
                  <a:lnTo>
                    <a:pt x="52599" y="10888"/>
                  </a:lnTo>
                  <a:lnTo>
                    <a:pt x="51816" y="11554"/>
                  </a:lnTo>
                  <a:lnTo>
                    <a:pt x="51111" y="12220"/>
                  </a:lnTo>
                  <a:lnTo>
                    <a:pt x="49897" y="13434"/>
                  </a:lnTo>
                  <a:lnTo>
                    <a:pt x="48996" y="14452"/>
                  </a:lnTo>
                  <a:lnTo>
                    <a:pt x="48330" y="15235"/>
                  </a:lnTo>
                  <a:lnTo>
                    <a:pt x="47821" y="15901"/>
                  </a:lnTo>
                  <a:lnTo>
                    <a:pt x="33447" y="32390"/>
                  </a:lnTo>
                  <a:lnTo>
                    <a:pt x="32429" y="33369"/>
                  </a:lnTo>
                  <a:lnTo>
                    <a:pt x="31371" y="34348"/>
                  </a:lnTo>
                  <a:lnTo>
                    <a:pt x="30314" y="35249"/>
                  </a:lnTo>
                  <a:lnTo>
                    <a:pt x="29217" y="36110"/>
                  </a:lnTo>
                  <a:lnTo>
                    <a:pt x="28160" y="36933"/>
                  </a:lnTo>
                  <a:lnTo>
                    <a:pt x="27063" y="37677"/>
                  </a:lnTo>
                  <a:lnTo>
                    <a:pt x="25967" y="38421"/>
                  </a:lnTo>
                  <a:lnTo>
                    <a:pt x="24870" y="39087"/>
                  </a:lnTo>
                  <a:lnTo>
                    <a:pt x="23773" y="39753"/>
                  </a:lnTo>
                  <a:lnTo>
                    <a:pt x="22677" y="40340"/>
                  </a:lnTo>
                  <a:lnTo>
                    <a:pt x="21580" y="40889"/>
                  </a:lnTo>
                  <a:lnTo>
                    <a:pt x="20483" y="41437"/>
                  </a:lnTo>
                  <a:lnTo>
                    <a:pt x="19348" y="41907"/>
                  </a:lnTo>
                  <a:lnTo>
                    <a:pt x="18251" y="42377"/>
                  </a:lnTo>
                  <a:lnTo>
                    <a:pt x="17154" y="42768"/>
                  </a:lnTo>
                  <a:lnTo>
                    <a:pt x="16058" y="43160"/>
                  </a:lnTo>
                  <a:lnTo>
                    <a:pt x="14961" y="43513"/>
                  </a:lnTo>
                  <a:lnTo>
                    <a:pt x="13865" y="43826"/>
                  </a:lnTo>
                  <a:lnTo>
                    <a:pt x="12807" y="44139"/>
                  </a:lnTo>
                  <a:lnTo>
                    <a:pt x="11750" y="44374"/>
                  </a:lnTo>
                  <a:lnTo>
                    <a:pt x="10692" y="44609"/>
                  </a:lnTo>
                  <a:lnTo>
                    <a:pt x="9635" y="44844"/>
                  </a:lnTo>
                  <a:lnTo>
                    <a:pt x="7559" y="45197"/>
                  </a:lnTo>
                  <a:lnTo>
                    <a:pt x="5561" y="45432"/>
                  </a:lnTo>
                  <a:lnTo>
                    <a:pt x="3642" y="45588"/>
                  </a:lnTo>
                  <a:lnTo>
                    <a:pt x="1762" y="45706"/>
                  </a:lnTo>
                  <a:lnTo>
                    <a:pt x="0" y="45745"/>
                  </a:lnTo>
                  <a:lnTo>
                    <a:pt x="285750" y="45745"/>
                  </a:lnTo>
                  <a:lnTo>
                    <a:pt x="283988" y="45706"/>
                  </a:lnTo>
                  <a:lnTo>
                    <a:pt x="282108" y="45588"/>
                  </a:lnTo>
                  <a:lnTo>
                    <a:pt x="280189" y="45432"/>
                  </a:lnTo>
                  <a:lnTo>
                    <a:pt x="278191" y="45197"/>
                  </a:lnTo>
                  <a:lnTo>
                    <a:pt x="276115" y="44844"/>
                  </a:lnTo>
                  <a:lnTo>
                    <a:pt x="275097" y="44609"/>
                  </a:lnTo>
                  <a:lnTo>
                    <a:pt x="274000" y="44374"/>
                  </a:lnTo>
                  <a:lnTo>
                    <a:pt x="272943" y="44139"/>
                  </a:lnTo>
                  <a:lnTo>
                    <a:pt x="271886" y="43826"/>
                  </a:lnTo>
                  <a:lnTo>
                    <a:pt x="270789" y="43513"/>
                  </a:lnTo>
                  <a:lnTo>
                    <a:pt x="269692" y="43160"/>
                  </a:lnTo>
                  <a:lnTo>
                    <a:pt x="268596" y="42768"/>
                  </a:lnTo>
                  <a:lnTo>
                    <a:pt x="267499" y="42377"/>
                  </a:lnTo>
                  <a:lnTo>
                    <a:pt x="266402" y="41907"/>
                  </a:lnTo>
                  <a:lnTo>
                    <a:pt x="265306" y="41437"/>
                  </a:lnTo>
                  <a:lnTo>
                    <a:pt x="264170" y="40889"/>
                  </a:lnTo>
                  <a:lnTo>
                    <a:pt x="263073" y="40340"/>
                  </a:lnTo>
                  <a:lnTo>
                    <a:pt x="261977" y="39753"/>
                  </a:lnTo>
                  <a:lnTo>
                    <a:pt x="260880" y="39087"/>
                  </a:lnTo>
                  <a:lnTo>
                    <a:pt x="259783" y="38421"/>
                  </a:lnTo>
                  <a:lnTo>
                    <a:pt x="258687" y="37677"/>
                  </a:lnTo>
                  <a:lnTo>
                    <a:pt x="257590" y="36933"/>
                  </a:lnTo>
                  <a:lnTo>
                    <a:pt x="256533" y="36110"/>
                  </a:lnTo>
                  <a:lnTo>
                    <a:pt x="255436" y="35249"/>
                  </a:lnTo>
                  <a:lnTo>
                    <a:pt x="254379" y="34348"/>
                  </a:lnTo>
                  <a:lnTo>
                    <a:pt x="253321" y="33369"/>
                  </a:lnTo>
                  <a:lnTo>
                    <a:pt x="252303" y="32390"/>
                  </a:lnTo>
                  <a:lnTo>
                    <a:pt x="237929" y="15901"/>
                  </a:lnTo>
                  <a:lnTo>
                    <a:pt x="237420" y="15235"/>
                  </a:lnTo>
                  <a:lnTo>
                    <a:pt x="236754" y="14452"/>
                  </a:lnTo>
                  <a:lnTo>
                    <a:pt x="235853" y="13434"/>
                  </a:lnTo>
                  <a:lnTo>
                    <a:pt x="234639" y="12220"/>
                  </a:lnTo>
                  <a:lnTo>
                    <a:pt x="233934" y="11554"/>
                  </a:lnTo>
                  <a:lnTo>
                    <a:pt x="233151" y="10888"/>
                  </a:lnTo>
                  <a:lnTo>
                    <a:pt x="232289" y="10144"/>
                  </a:lnTo>
                  <a:lnTo>
                    <a:pt x="231349" y="9439"/>
                  </a:lnTo>
                  <a:lnTo>
                    <a:pt x="230370" y="8695"/>
                  </a:lnTo>
                  <a:lnTo>
                    <a:pt x="229274" y="7951"/>
                  </a:lnTo>
                  <a:lnTo>
                    <a:pt x="228099" y="7206"/>
                  </a:lnTo>
                  <a:lnTo>
                    <a:pt x="226885" y="6462"/>
                  </a:lnTo>
                  <a:lnTo>
                    <a:pt x="225553" y="5757"/>
                  </a:lnTo>
                  <a:lnTo>
                    <a:pt x="224143" y="5013"/>
                  </a:lnTo>
                  <a:lnTo>
                    <a:pt x="222655" y="4347"/>
                  </a:lnTo>
                  <a:lnTo>
                    <a:pt x="221088" y="3682"/>
                  </a:lnTo>
                  <a:lnTo>
                    <a:pt x="219443" y="3055"/>
                  </a:lnTo>
                  <a:lnTo>
                    <a:pt x="217720" y="2467"/>
                  </a:lnTo>
                  <a:lnTo>
                    <a:pt x="215879" y="1958"/>
                  </a:lnTo>
                  <a:lnTo>
                    <a:pt x="213999" y="1449"/>
                  </a:lnTo>
                  <a:lnTo>
                    <a:pt x="212002" y="1057"/>
                  </a:lnTo>
                  <a:lnTo>
                    <a:pt x="209926" y="666"/>
                  </a:lnTo>
                  <a:lnTo>
                    <a:pt x="207733" y="392"/>
                  </a:lnTo>
                  <a:lnTo>
                    <a:pt x="205500" y="196"/>
                  </a:lnTo>
                  <a:lnTo>
                    <a:pt x="203150" y="39"/>
                  </a:lnTo>
                  <a:lnTo>
                    <a:pt x="20068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55" name="Google Shape;455;p22"/>
          <p:cNvSpPr txBox="1">
            <a:spLocks noGrp="1"/>
          </p:cNvSpPr>
          <p:nvPr>
            <p:ph type="subTitle" idx="3"/>
          </p:nvPr>
        </p:nvSpPr>
        <p:spPr>
          <a:xfrm>
            <a:off x="4228850" y="131800"/>
            <a:ext cx="14400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56" name="Google Shape;456;p22"/>
          <p:cNvSpPr txBox="1">
            <a:spLocks noGrp="1"/>
          </p:cNvSpPr>
          <p:nvPr>
            <p:ph type="title"/>
          </p:nvPr>
        </p:nvSpPr>
        <p:spPr>
          <a:xfrm>
            <a:off x="5723951" y="131799"/>
            <a:ext cx="1440300" cy="360000"/>
          </a:xfrm>
          <a:prstGeom prst="rect">
            <a:avLst/>
          </a:prstGeom>
        </p:spPr>
        <p:txBody>
          <a:bodyPr spcFirstLastPara="1" wrap="square" lIns="91425" tIns="0" rIns="91425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Hanken Grotesk"/>
              <a:buNone/>
              <a:defRPr sz="12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57" name="Google Shape;457;p22"/>
          <p:cNvSpPr txBox="1">
            <a:spLocks noGrp="1"/>
          </p:cNvSpPr>
          <p:nvPr>
            <p:ph type="subTitle" idx="4"/>
          </p:nvPr>
        </p:nvSpPr>
        <p:spPr>
          <a:xfrm>
            <a:off x="229085" y="1666050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22"/>
          <p:cNvSpPr txBox="1">
            <a:spLocks noGrp="1"/>
          </p:cNvSpPr>
          <p:nvPr>
            <p:ph type="subTitle" idx="5"/>
          </p:nvPr>
        </p:nvSpPr>
        <p:spPr>
          <a:xfrm>
            <a:off x="229085" y="2341863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59" name="Google Shape;459;p22"/>
          <p:cNvSpPr txBox="1">
            <a:spLocks noGrp="1"/>
          </p:cNvSpPr>
          <p:nvPr>
            <p:ph type="subTitle" idx="6"/>
          </p:nvPr>
        </p:nvSpPr>
        <p:spPr>
          <a:xfrm>
            <a:off x="229085" y="3018975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22"/>
          <p:cNvSpPr txBox="1">
            <a:spLocks noGrp="1"/>
          </p:cNvSpPr>
          <p:nvPr>
            <p:ph type="subTitle" idx="7"/>
          </p:nvPr>
        </p:nvSpPr>
        <p:spPr>
          <a:xfrm>
            <a:off x="229085" y="3694788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1" name="Google Shape;461;p22"/>
          <p:cNvSpPr txBox="1">
            <a:spLocks noGrp="1"/>
          </p:cNvSpPr>
          <p:nvPr>
            <p:ph type="subTitle" idx="8"/>
          </p:nvPr>
        </p:nvSpPr>
        <p:spPr>
          <a:xfrm>
            <a:off x="229085" y="4371888"/>
            <a:ext cx="1170000" cy="374400"/>
          </a:xfrm>
          <a:prstGeom prst="rect">
            <a:avLst/>
          </a:prstGeom>
        </p:spPr>
        <p:txBody>
          <a:bodyPr spcFirstLastPara="1" wrap="square" lIns="0" tIns="7200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2" name="Google Shape;462;p22"/>
          <p:cNvSpPr txBox="1">
            <a:spLocks noGrp="1"/>
          </p:cNvSpPr>
          <p:nvPr>
            <p:ph type="title" idx="9"/>
          </p:nvPr>
        </p:nvSpPr>
        <p:spPr>
          <a:xfrm>
            <a:off x="596525" y="753324"/>
            <a:ext cx="7062000" cy="683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3" name="Google Shape;463;p22"/>
          <p:cNvSpPr txBox="1">
            <a:spLocks noGrp="1"/>
          </p:cNvSpPr>
          <p:nvPr>
            <p:ph type="subTitle" idx="13"/>
          </p:nvPr>
        </p:nvSpPr>
        <p:spPr>
          <a:xfrm>
            <a:off x="7916986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4" name="Google Shape;464;p22"/>
          <p:cNvSpPr txBox="1">
            <a:spLocks noGrp="1"/>
          </p:cNvSpPr>
          <p:nvPr>
            <p:ph type="subTitle" idx="14"/>
          </p:nvPr>
        </p:nvSpPr>
        <p:spPr>
          <a:xfrm>
            <a:off x="6689861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22"/>
          <p:cNvSpPr txBox="1">
            <a:spLocks noGrp="1"/>
          </p:cNvSpPr>
          <p:nvPr>
            <p:ph type="subTitle" idx="15"/>
          </p:nvPr>
        </p:nvSpPr>
        <p:spPr>
          <a:xfrm>
            <a:off x="5462861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22"/>
          <p:cNvSpPr txBox="1">
            <a:spLocks noGrp="1"/>
          </p:cNvSpPr>
          <p:nvPr>
            <p:ph type="subTitle" idx="16"/>
          </p:nvPr>
        </p:nvSpPr>
        <p:spPr>
          <a:xfrm>
            <a:off x="4235836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22"/>
          <p:cNvSpPr txBox="1">
            <a:spLocks noGrp="1"/>
          </p:cNvSpPr>
          <p:nvPr>
            <p:ph type="subTitle" idx="17"/>
          </p:nvPr>
        </p:nvSpPr>
        <p:spPr>
          <a:xfrm>
            <a:off x="3008011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22"/>
          <p:cNvSpPr txBox="1">
            <a:spLocks noGrp="1"/>
          </p:cNvSpPr>
          <p:nvPr>
            <p:ph type="subTitle" idx="18"/>
          </p:nvPr>
        </p:nvSpPr>
        <p:spPr>
          <a:xfrm>
            <a:off x="1781686" y="1436834"/>
            <a:ext cx="810000" cy="226800"/>
          </a:xfrm>
          <a:prstGeom prst="rect">
            <a:avLst/>
          </a:prstGeom>
        </p:spPr>
        <p:txBody>
          <a:bodyPr spcFirstLastPara="1" wrap="square" lIns="90000" tIns="0" rIns="0" bIns="720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Hanken Grotesk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er">
  <p:cSld name="CUSTOM_3"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1" name="Google Shape;471;p23"/>
          <p:cNvSpPr txBox="1">
            <a:spLocks noGrp="1"/>
          </p:cNvSpPr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>
            <a:endParaRPr/>
          </a:p>
        </p:txBody>
      </p:sp>
      <p:sp>
        <p:nvSpPr>
          <p:cNvPr id="472" name="Google Shape;472;p23"/>
          <p:cNvSpPr txBox="1">
            <a:spLocks noGrp="1"/>
          </p:cNvSpPr>
          <p:nvPr>
            <p:ph type="body" idx="1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473" name="Google Shape;473;p23"/>
          <p:cNvSpPr txBox="1">
            <a:spLocks noGrp="1"/>
          </p:cNvSpPr>
          <p:nvPr>
            <p:ph type="subTitle" idx="2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4" name="Google Shape;474;p23"/>
          <p:cNvSpPr txBox="1">
            <a:spLocks noGrp="1"/>
          </p:cNvSpPr>
          <p:nvPr>
            <p:ph type="subTitle" idx="3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er 1">
  <p:cSld name="CUSTOM_3_1">
    <p:bg>
      <p:bgPr>
        <a:solidFill>
          <a:schemeClr val="dk2"/>
        </a:solidFill>
        <a:effectLst/>
      </p:bgPr>
    </p:bg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24"/>
          <p:cNvSpPr/>
          <p:nvPr/>
        </p:nvSpPr>
        <p:spPr>
          <a:xfrm>
            <a:off x="-2450" y="486600"/>
            <a:ext cx="9144000" cy="465690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477" name="Google Shape;477;p24"/>
          <p:cNvSpPr txBox="1">
            <a:spLocks noGrp="1"/>
          </p:cNvSpPr>
          <p:nvPr>
            <p:ph type="title"/>
          </p:nvPr>
        </p:nvSpPr>
        <p:spPr>
          <a:xfrm>
            <a:off x="593175" y="486000"/>
            <a:ext cx="7916400" cy="274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Font typeface="Neuton Light"/>
              <a:buNone/>
              <a:defRPr sz="80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000"/>
              <a:buFont typeface="Neuton Light"/>
              <a:buNone/>
              <a:defRPr sz="5000"/>
            </a:lvl9pPr>
          </a:lstStyle>
          <a:p>
            <a:endParaRPr/>
          </a:p>
        </p:txBody>
      </p:sp>
      <p:sp>
        <p:nvSpPr>
          <p:cNvPr id="478" name="Google Shape;478;p24"/>
          <p:cNvSpPr txBox="1">
            <a:spLocks noGrp="1"/>
          </p:cNvSpPr>
          <p:nvPr>
            <p:ph type="body" idx="1"/>
          </p:nvPr>
        </p:nvSpPr>
        <p:spPr>
          <a:xfrm>
            <a:off x="575438" y="4387200"/>
            <a:ext cx="2919600" cy="6480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/>
            </a:lvl9pPr>
          </a:lstStyle>
          <a:p>
            <a:endParaRPr/>
          </a:p>
        </p:txBody>
      </p:sp>
      <p:sp>
        <p:nvSpPr>
          <p:cNvPr id="479" name="Google Shape;479;p24"/>
          <p:cNvSpPr txBox="1">
            <a:spLocks noGrp="1"/>
          </p:cNvSpPr>
          <p:nvPr>
            <p:ph type="subTitle" idx="2"/>
          </p:nvPr>
        </p:nvSpPr>
        <p:spPr>
          <a:xfrm>
            <a:off x="5539500" y="4387200"/>
            <a:ext cx="3002400" cy="64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0" name="Google Shape;480;p24"/>
          <p:cNvSpPr txBox="1">
            <a:spLocks noGrp="1"/>
          </p:cNvSpPr>
          <p:nvPr>
            <p:ph type="subTitle" idx="3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s 1 1">
  <p:cSld name="CUSTOM_7_1_1_1_1_1_1_1_1_1_1_1_1_1_1_1_1_6_1"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5"/>
          <p:cNvSpPr txBox="1">
            <a:spLocks noGrp="1"/>
          </p:cNvSpPr>
          <p:nvPr>
            <p:ph type="title"/>
          </p:nvPr>
        </p:nvSpPr>
        <p:spPr>
          <a:xfrm>
            <a:off x="2184250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3" name="Google Shape;483;p25"/>
          <p:cNvSpPr txBox="1">
            <a:spLocks noGrp="1"/>
          </p:cNvSpPr>
          <p:nvPr>
            <p:ph type="title" idx="2"/>
          </p:nvPr>
        </p:nvSpPr>
        <p:spPr>
          <a:xfrm>
            <a:off x="3962263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4" name="Google Shape;484;p25"/>
          <p:cNvSpPr txBox="1">
            <a:spLocks noGrp="1"/>
          </p:cNvSpPr>
          <p:nvPr>
            <p:ph type="title" idx="3"/>
          </p:nvPr>
        </p:nvSpPr>
        <p:spPr>
          <a:xfrm>
            <a:off x="406525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5" name="Google Shape;485;p25"/>
          <p:cNvSpPr txBox="1">
            <a:spLocks noGrp="1"/>
          </p:cNvSpPr>
          <p:nvPr>
            <p:ph type="title" idx="4"/>
          </p:nvPr>
        </p:nvSpPr>
        <p:spPr>
          <a:xfrm>
            <a:off x="5729600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6" name="Google Shape;486;p25"/>
          <p:cNvSpPr txBox="1">
            <a:spLocks noGrp="1"/>
          </p:cNvSpPr>
          <p:nvPr>
            <p:ph type="title" idx="5"/>
          </p:nvPr>
        </p:nvSpPr>
        <p:spPr>
          <a:xfrm>
            <a:off x="7518138" y="1632575"/>
            <a:ext cx="1440300" cy="252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7" name="Google Shape;487;p25"/>
          <p:cNvSpPr txBox="1">
            <a:spLocks noGrp="1"/>
          </p:cNvSpPr>
          <p:nvPr>
            <p:ph type="title" idx="6"/>
          </p:nvPr>
        </p:nvSpPr>
        <p:spPr>
          <a:xfrm>
            <a:off x="22475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8" name="Google Shape;488;p25"/>
          <p:cNvSpPr txBox="1">
            <a:spLocks noGrp="1"/>
          </p:cNvSpPr>
          <p:nvPr>
            <p:ph type="title" idx="7"/>
          </p:nvPr>
        </p:nvSpPr>
        <p:spPr>
          <a:xfrm>
            <a:off x="200380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89" name="Google Shape;489;p25"/>
          <p:cNvSpPr txBox="1">
            <a:spLocks noGrp="1"/>
          </p:cNvSpPr>
          <p:nvPr>
            <p:ph type="title" idx="8"/>
          </p:nvPr>
        </p:nvSpPr>
        <p:spPr>
          <a:xfrm>
            <a:off x="378050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90" name="Google Shape;490;p25"/>
          <p:cNvSpPr txBox="1">
            <a:spLocks noGrp="1"/>
          </p:cNvSpPr>
          <p:nvPr>
            <p:ph type="title" idx="9"/>
          </p:nvPr>
        </p:nvSpPr>
        <p:spPr>
          <a:xfrm>
            <a:off x="555865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91" name="Google Shape;491;p25"/>
          <p:cNvSpPr txBox="1">
            <a:spLocks noGrp="1"/>
          </p:cNvSpPr>
          <p:nvPr>
            <p:ph type="title" idx="13"/>
          </p:nvPr>
        </p:nvSpPr>
        <p:spPr>
          <a:xfrm>
            <a:off x="7336452" y="604888"/>
            <a:ext cx="1778700" cy="651900"/>
          </a:xfrm>
          <a:prstGeom prst="rect">
            <a:avLst/>
          </a:prstGeom>
        </p:spPr>
        <p:txBody>
          <a:bodyPr spcFirstLastPara="1" wrap="square" lIns="180000" tIns="90000" rIns="0" bIns="90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2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492" name="Google Shape;492;p25"/>
          <p:cNvSpPr txBox="1">
            <a:spLocks noGrp="1"/>
          </p:cNvSpPr>
          <p:nvPr>
            <p:ph type="title" idx="14"/>
          </p:nvPr>
        </p:nvSpPr>
        <p:spPr>
          <a:xfrm>
            <a:off x="7339963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3" name="Google Shape;493;p25"/>
          <p:cNvSpPr txBox="1">
            <a:spLocks noGrp="1"/>
          </p:cNvSpPr>
          <p:nvPr>
            <p:ph type="title" idx="15"/>
          </p:nvPr>
        </p:nvSpPr>
        <p:spPr>
          <a:xfrm>
            <a:off x="3780063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4" name="Google Shape;494;p25"/>
          <p:cNvSpPr txBox="1">
            <a:spLocks noGrp="1"/>
          </p:cNvSpPr>
          <p:nvPr>
            <p:ph type="title" idx="16"/>
          </p:nvPr>
        </p:nvSpPr>
        <p:spPr>
          <a:xfrm>
            <a:off x="5557163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5" name="Google Shape;495;p25"/>
          <p:cNvSpPr txBox="1">
            <a:spLocks noGrp="1"/>
          </p:cNvSpPr>
          <p:nvPr>
            <p:ph type="title" idx="17"/>
          </p:nvPr>
        </p:nvSpPr>
        <p:spPr>
          <a:xfrm>
            <a:off x="227650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6" name="Google Shape;496;p25"/>
          <p:cNvSpPr txBox="1">
            <a:spLocks noGrp="1"/>
          </p:cNvSpPr>
          <p:nvPr>
            <p:ph type="title" idx="18"/>
          </p:nvPr>
        </p:nvSpPr>
        <p:spPr>
          <a:xfrm>
            <a:off x="2004750" y="2535900"/>
            <a:ext cx="1581000" cy="6519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SemiBold"/>
              <a:buNone/>
              <a:defRPr sz="1000">
                <a:latin typeface="Hanken Grotesk SemiBold"/>
                <a:ea typeface="Hanken Grotesk SemiBold"/>
                <a:cs typeface="Hanken Grotesk SemiBold"/>
                <a:sym typeface="Hanken Grotesk SemiBold"/>
              </a:defRPr>
            </a:lvl9pPr>
          </a:lstStyle>
          <a:p>
            <a:endParaRPr/>
          </a:p>
        </p:txBody>
      </p:sp>
      <p:sp>
        <p:nvSpPr>
          <p:cNvPr id="497" name="Google Shape;497;p25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498" name="Google Shape;498;p25"/>
          <p:cNvSpPr txBox="1">
            <a:spLocks noGrp="1"/>
          </p:cNvSpPr>
          <p:nvPr>
            <p:ph type="body" idx="19"/>
          </p:nvPr>
        </p:nvSpPr>
        <p:spPr>
          <a:xfrm>
            <a:off x="223881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99" name="Google Shape;499;p25"/>
          <p:cNvSpPr txBox="1">
            <a:spLocks noGrp="1"/>
          </p:cNvSpPr>
          <p:nvPr>
            <p:ph type="body" idx="20"/>
          </p:nvPr>
        </p:nvSpPr>
        <p:spPr>
          <a:xfrm>
            <a:off x="2004019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0" name="Google Shape;500;p25"/>
          <p:cNvSpPr txBox="1">
            <a:spLocks noGrp="1"/>
          </p:cNvSpPr>
          <p:nvPr>
            <p:ph type="body" idx="21"/>
          </p:nvPr>
        </p:nvSpPr>
        <p:spPr>
          <a:xfrm>
            <a:off x="3780063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1" name="Google Shape;501;p25"/>
          <p:cNvSpPr txBox="1">
            <a:spLocks noGrp="1"/>
          </p:cNvSpPr>
          <p:nvPr>
            <p:ph type="body" idx="22"/>
          </p:nvPr>
        </p:nvSpPr>
        <p:spPr>
          <a:xfrm>
            <a:off x="5557163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2" name="Google Shape;502;p25"/>
          <p:cNvSpPr txBox="1">
            <a:spLocks noGrp="1"/>
          </p:cNvSpPr>
          <p:nvPr>
            <p:ph type="body" idx="23"/>
          </p:nvPr>
        </p:nvSpPr>
        <p:spPr>
          <a:xfrm>
            <a:off x="7334263" y="44915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3" name="Google Shape;503;p25"/>
          <p:cNvSpPr txBox="1">
            <a:spLocks noGrp="1"/>
          </p:cNvSpPr>
          <p:nvPr>
            <p:ph type="body" idx="24"/>
          </p:nvPr>
        </p:nvSpPr>
        <p:spPr>
          <a:xfrm>
            <a:off x="226606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4" name="Google Shape;504;p25"/>
          <p:cNvSpPr txBox="1">
            <a:spLocks noGrp="1"/>
          </p:cNvSpPr>
          <p:nvPr>
            <p:ph type="body" idx="25"/>
          </p:nvPr>
        </p:nvSpPr>
        <p:spPr>
          <a:xfrm>
            <a:off x="2006744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5" name="Google Shape;505;p25"/>
          <p:cNvSpPr txBox="1">
            <a:spLocks noGrp="1"/>
          </p:cNvSpPr>
          <p:nvPr>
            <p:ph type="body" idx="26"/>
          </p:nvPr>
        </p:nvSpPr>
        <p:spPr>
          <a:xfrm>
            <a:off x="3782788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6" name="Google Shape;506;p25"/>
          <p:cNvSpPr txBox="1">
            <a:spLocks noGrp="1"/>
          </p:cNvSpPr>
          <p:nvPr>
            <p:ph type="body" idx="27"/>
          </p:nvPr>
        </p:nvSpPr>
        <p:spPr>
          <a:xfrm>
            <a:off x="5559888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7" name="Google Shape;507;p25"/>
          <p:cNvSpPr txBox="1">
            <a:spLocks noGrp="1"/>
          </p:cNvSpPr>
          <p:nvPr>
            <p:ph type="body" idx="28"/>
          </p:nvPr>
        </p:nvSpPr>
        <p:spPr>
          <a:xfrm>
            <a:off x="7339713" y="3839688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8" name="Google Shape;508;p25"/>
          <p:cNvSpPr txBox="1">
            <a:spLocks noGrp="1"/>
          </p:cNvSpPr>
          <p:nvPr>
            <p:ph type="body" idx="29"/>
          </p:nvPr>
        </p:nvSpPr>
        <p:spPr>
          <a:xfrm>
            <a:off x="223519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09" name="Google Shape;509;p25"/>
          <p:cNvSpPr txBox="1">
            <a:spLocks noGrp="1"/>
          </p:cNvSpPr>
          <p:nvPr>
            <p:ph type="body" idx="30"/>
          </p:nvPr>
        </p:nvSpPr>
        <p:spPr>
          <a:xfrm>
            <a:off x="2003656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10" name="Google Shape;510;p25"/>
          <p:cNvSpPr txBox="1">
            <a:spLocks noGrp="1"/>
          </p:cNvSpPr>
          <p:nvPr>
            <p:ph type="body" idx="31"/>
          </p:nvPr>
        </p:nvSpPr>
        <p:spPr>
          <a:xfrm>
            <a:off x="3779701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11" name="Google Shape;511;p25"/>
          <p:cNvSpPr txBox="1">
            <a:spLocks noGrp="1"/>
          </p:cNvSpPr>
          <p:nvPr>
            <p:ph type="body" idx="32"/>
          </p:nvPr>
        </p:nvSpPr>
        <p:spPr>
          <a:xfrm>
            <a:off x="5556800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12" name="Google Shape;512;p25"/>
          <p:cNvSpPr txBox="1">
            <a:spLocks noGrp="1"/>
          </p:cNvSpPr>
          <p:nvPr>
            <p:ph type="body" idx="33"/>
          </p:nvPr>
        </p:nvSpPr>
        <p:spPr>
          <a:xfrm>
            <a:off x="7336626" y="3187800"/>
            <a:ext cx="1580400" cy="651600"/>
          </a:xfrm>
          <a:prstGeom prst="rect">
            <a:avLst/>
          </a:prstGeom>
        </p:spPr>
        <p:txBody>
          <a:bodyPr spcFirstLastPara="1" wrap="square" lIns="180000" tIns="0" rIns="0" bIns="5400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15" name="Google Shape;515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20" name="Google Shape;520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23" name="Google Shape;523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4" name="Google Shape;524;p2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29" name="Google Shape;529;p3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34" name="Google Shape;534;p3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5" name="Google Shape;535;p3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0" name="Google Shape;540;p3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37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5" name="Google Shape;545;p37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6" name="Google Shape;546;p37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7" name="Google Shape;547;p37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8" name="Google Shape;548;p37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9" name="Google Shape;549;p37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52" name="Google Shape;552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53" name="Google Shape;553;p38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39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56" name="Google Shape;556;p39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57" name="Google Shape;557;p39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58" name="Google Shape;558;p39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9" name="Google Shape;559;p39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62" name="Google Shape;562;p40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63" name="Google Shape;563;p40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64" name="Google Shape;564;p40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5" name="Google Shape;565;p40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6" name="Google Shape;566;p40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7" name="Google Shape;567;p40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1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70" name="Google Shape;570;p41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71" name="Google Shape;571;p41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72" name="Google Shape;572;p41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573" name="Google Shape;573;p41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74" name="Google Shape;574;p41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5" name="Google Shape;575;p41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6" name="Google Shape;576;p41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7" name="Google Shape;577;p41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80" name="Google Shape;580;p42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43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3" name="Google Shape;583;p43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4" name="Google Shape;584;p43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85" name="Google Shape;585;p43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86" name="Google Shape;586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43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88" name="Google Shape;588;p43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4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1" name="Google Shape;591;p44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4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3" name="Google Shape;593;p44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4" name="Google Shape;594;p44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96" name="Google Shape;596;p4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44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98" name="Google Shape;598;p44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599" name="Google Shape;599;p44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5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6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46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5" name="Google Shape;605;p46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6" name="Google Shape;606;p46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7" name="Google Shape;607;p46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8" name="Google Shape;608;p46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6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9pPr>
          </a:lstStyle>
          <a:p>
            <a:endParaRPr/>
          </a:p>
        </p:txBody>
      </p:sp>
      <p:sp>
        <p:nvSpPr>
          <p:cNvPr id="610" name="Google Shape;610;p46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6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612" name="Google Shape;612;p46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Quote (g3fb278f5cee_30_0)"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7"/>
          <p:cNvSpPr txBox="1">
            <a:spLocks noGrp="1"/>
          </p:cNvSpPr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spcFirstLastPara="1" wrap="square" lIns="108000" tIns="0" rIns="10800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1400">
                <a:latin typeface="Hanken Grotesk Light"/>
                <a:ea typeface="Hanken Grotesk Light"/>
                <a:cs typeface="Hanken Grotesk Light"/>
                <a:sym typeface="Hanken Grotesk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Hanken Grotesk Light"/>
              <a:buNone/>
              <a:defRPr sz="30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615" name="Google Shape;615;p47"/>
          <p:cNvSpPr txBox="1">
            <a:spLocks noGrp="1"/>
          </p:cNvSpPr>
          <p:nvPr>
            <p:ph type="subTitle" idx="1"/>
          </p:nvPr>
        </p:nvSpPr>
        <p:spPr>
          <a:xfrm>
            <a:off x="594025" y="184700"/>
            <a:ext cx="3696300" cy="153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616" name="Google Shape;616;p47"/>
          <p:cNvSpPr txBox="1">
            <a:spLocks noGrp="1"/>
          </p:cNvSpPr>
          <p:nvPr>
            <p:ph type="title" idx="2"/>
          </p:nvPr>
        </p:nvSpPr>
        <p:spPr>
          <a:xfrm>
            <a:off x="850" y="1078988"/>
            <a:ext cx="9144000" cy="3598800"/>
          </a:xfrm>
          <a:prstGeom prst="rect">
            <a:avLst/>
          </a:prstGeom>
        </p:spPr>
        <p:txBody>
          <a:bodyPr spcFirstLastPara="1" wrap="square" lIns="252000" tIns="0" rIns="252000" bIns="1080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Neuton Light"/>
              <a:buNone/>
              <a:defRPr sz="4400">
                <a:solidFill>
                  <a:schemeClr val="dk1"/>
                </a:solidFill>
                <a:latin typeface="Neuton Light"/>
                <a:ea typeface="Neuton Light"/>
                <a:cs typeface="Neuton Light"/>
                <a:sym typeface="Neuton Ligh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●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○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anken Grotesk"/>
              <a:buChar char="■"/>
              <a:defRPr sz="10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6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8"/>
          <p:cNvSpPr/>
          <p:nvPr/>
        </p:nvSpPr>
        <p:spPr>
          <a:xfrm>
            <a:off x="3825863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2" name="Google Shape;622;p48"/>
          <p:cNvSpPr/>
          <p:nvPr/>
        </p:nvSpPr>
        <p:spPr>
          <a:xfrm>
            <a:off x="2380538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3" name="Google Shape;623;p48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4" name="Google Shape;624;p48"/>
          <p:cNvSpPr txBox="1">
            <a:spLocks noGrp="1"/>
          </p:cNvSpPr>
          <p:nvPr>
            <p:ph type="title"/>
          </p:nvPr>
        </p:nvSpPr>
        <p:spPr>
          <a:xfrm>
            <a:off x="340650" y="1196425"/>
            <a:ext cx="8462700" cy="15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 sz="4300"/>
              <a:t>A Multi-Agent Framework for Authentic Job Information Retrieval and Recommendation</a:t>
            </a:r>
            <a:endParaRPr sz="3100"/>
          </a:p>
        </p:txBody>
      </p:sp>
      <p:sp>
        <p:nvSpPr>
          <p:cNvPr id="625" name="Google Shape;625;p48"/>
          <p:cNvSpPr txBox="1">
            <a:spLocks noGrp="1"/>
          </p:cNvSpPr>
          <p:nvPr>
            <p:ph type="body" idx="1"/>
          </p:nvPr>
        </p:nvSpPr>
        <p:spPr>
          <a:xfrm>
            <a:off x="575438" y="3739200"/>
            <a:ext cx="2919600" cy="6480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626" name="Google Shape;626;p48"/>
          <p:cNvSpPr txBox="1">
            <a:spLocks noGrp="1"/>
          </p:cNvSpPr>
          <p:nvPr>
            <p:ph type="subTitle" idx="2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"/>
              <a:t>TALENTLENS</a:t>
            </a:r>
            <a:endParaRPr/>
          </a:p>
        </p:txBody>
      </p:sp>
      <p:sp>
        <p:nvSpPr>
          <p:cNvPr id="627" name="Google Shape;627;p48"/>
          <p:cNvSpPr txBox="1"/>
          <p:nvPr/>
        </p:nvSpPr>
        <p:spPr>
          <a:xfrm>
            <a:off x="519150" y="3739200"/>
            <a:ext cx="642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A MUHAMMED KHAISE    REHAN BIJU        ABIKRISHNAN M S</a:t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28" name="Google Shape;628;p48"/>
          <p:cNvSpPr txBox="1"/>
          <p:nvPr/>
        </p:nvSpPr>
        <p:spPr>
          <a:xfrm>
            <a:off x="519150" y="4124100"/>
            <a:ext cx="410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Digital University Kerala</a:t>
            </a:r>
            <a:endParaRPr sz="18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E429FC-ED2B-139A-B6A7-C92ABC02EF6A}"/>
              </a:ext>
            </a:extLst>
          </p:cNvPr>
          <p:cNvSpPr txBox="1"/>
          <p:nvPr/>
        </p:nvSpPr>
        <p:spPr>
          <a:xfrm>
            <a:off x="7299287" y="3739200"/>
            <a:ext cx="109356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Guided By,</a:t>
            </a:r>
          </a:p>
          <a:p>
            <a:r>
              <a:rPr lang="en-US" sz="1100" dirty="0"/>
              <a:t> Dr. Aswin V S</a:t>
            </a:r>
            <a:endParaRPr lang="en-IN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49"/>
          <p:cNvSpPr txBox="1">
            <a:spLocks noGrp="1"/>
          </p:cNvSpPr>
          <p:nvPr>
            <p:ph type="subTitle" idx="1"/>
          </p:nvPr>
        </p:nvSpPr>
        <p:spPr>
          <a:xfrm>
            <a:off x="1224648" y="210100"/>
            <a:ext cx="1676700" cy="35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F172A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TALENTLENS</a:t>
            </a:r>
            <a:endParaRPr sz="1100" b="1">
              <a:solidFill>
                <a:srgbClr val="0F172A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634" name="Google Shape;634;p49"/>
          <p:cNvSpPr txBox="1">
            <a:spLocks noGrp="1"/>
          </p:cNvSpPr>
          <p:nvPr>
            <p:ph type="title"/>
          </p:nvPr>
        </p:nvSpPr>
        <p:spPr>
          <a:xfrm>
            <a:off x="593775" y="1095375"/>
            <a:ext cx="7948200" cy="76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0">
                <a:solidFill>
                  <a:srgbClr val="008B99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rPr>
              <a:t>The Invisible Epidemic: Online Employment Fraud</a:t>
            </a:r>
            <a:endParaRPr sz="1300" b="0">
              <a:solidFill>
                <a:srgbClr val="008B99"/>
              </a:solidFill>
              <a:latin typeface="Hanken Grotesk SemiBold"/>
              <a:ea typeface="Hanken Grotesk SemiBold"/>
              <a:cs typeface="Hanken Grotesk SemiBold"/>
              <a:sym typeface="Hanken Grotesk SemiBold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" sz="3200" b="0">
                <a:solidFill>
                  <a:srgbClr val="0F172A"/>
                </a:solidFill>
                <a:latin typeface="Neuton Light"/>
                <a:ea typeface="Neuton Light"/>
                <a:cs typeface="Neuton Light"/>
                <a:sym typeface="Neuton Light"/>
              </a:rPr>
              <a:t>Why the modern job search is broken and dangerous.</a:t>
            </a:r>
            <a:endParaRPr sz="3200" b="0">
              <a:solidFill>
                <a:srgbClr val="0F172A"/>
              </a:solidFill>
              <a:latin typeface="Neuton Light"/>
              <a:ea typeface="Neuton Light"/>
              <a:cs typeface="Neuton Light"/>
              <a:sym typeface="Neuton Light"/>
            </a:endParaRPr>
          </a:p>
        </p:txBody>
      </p:sp>
      <p:grpSp>
        <p:nvGrpSpPr>
          <p:cNvPr id="635" name="Google Shape;635;p49"/>
          <p:cNvGrpSpPr/>
          <p:nvPr/>
        </p:nvGrpSpPr>
        <p:grpSpPr>
          <a:xfrm>
            <a:off x="595875" y="1986400"/>
            <a:ext cx="2457600" cy="1857375"/>
            <a:chOff x="0" y="0"/>
            <a:chExt cx="2457600" cy="1857375"/>
          </a:xfrm>
        </p:grpSpPr>
        <p:sp>
          <p:nvSpPr>
            <p:cNvPr id="636" name="Google Shape;636;p49"/>
            <p:cNvSpPr/>
            <p:nvPr/>
          </p:nvSpPr>
          <p:spPr>
            <a:xfrm>
              <a:off x="0" y="0"/>
              <a:ext cx="2457600" cy="38100"/>
            </a:xfrm>
            <a:prstGeom prst="roundRect">
              <a:avLst>
                <a:gd name="adj" fmla="val 50000"/>
              </a:avLst>
            </a:prstGeom>
            <a:solidFill>
              <a:srgbClr val="008B99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49"/>
            <p:cNvSpPr txBox="1"/>
            <p:nvPr/>
          </p:nvSpPr>
          <p:spPr>
            <a:xfrm>
              <a:off x="0" y="142875"/>
              <a:ext cx="2457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800" b="0">
                  <a:solidFill>
                    <a:srgbClr val="0F172A"/>
                  </a:solidFill>
                  <a:latin typeface="Hanken Grotesk ExtraBold"/>
                  <a:ea typeface="Hanken Grotesk ExtraBold"/>
                  <a:cs typeface="Hanken Grotesk ExtraBold"/>
                  <a:sym typeface="Hanken Grotesk ExtraBold"/>
                </a:rPr>
                <a:t>53,000+</a:t>
              </a:r>
              <a:endParaRPr sz="3800" b="0">
                <a:solidFill>
                  <a:srgbClr val="0F172A"/>
                </a:solidFill>
                <a:latin typeface="Hanken Grotesk ExtraBold"/>
                <a:ea typeface="Hanken Grotesk ExtraBold"/>
                <a:cs typeface="Hanken Grotesk ExtraBold"/>
                <a:sym typeface="Hanken Grotesk Extra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online job-fraud incidents in India (2021–2025, MHA data).</a:t>
              </a:r>
              <a:endParaRPr sz="11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38" name="Google Shape;638;p49"/>
          <p:cNvGrpSpPr/>
          <p:nvPr/>
        </p:nvGrpSpPr>
        <p:grpSpPr>
          <a:xfrm>
            <a:off x="3339075" y="1986400"/>
            <a:ext cx="2457600" cy="1857375"/>
            <a:chOff x="0" y="0"/>
            <a:chExt cx="2457600" cy="1857375"/>
          </a:xfrm>
        </p:grpSpPr>
        <p:sp>
          <p:nvSpPr>
            <p:cNvPr id="639" name="Google Shape;639;p49"/>
            <p:cNvSpPr/>
            <p:nvPr/>
          </p:nvSpPr>
          <p:spPr>
            <a:xfrm>
              <a:off x="0" y="0"/>
              <a:ext cx="2457600" cy="381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49"/>
            <p:cNvSpPr txBox="1"/>
            <p:nvPr/>
          </p:nvSpPr>
          <p:spPr>
            <a:xfrm>
              <a:off x="0" y="142875"/>
              <a:ext cx="2457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800" b="0">
                  <a:solidFill>
                    <a:srgbClr val="0F172A"/>
                  </a:solidFill>
                  <a:latin typeface="Hanken Grotesk ExtraBold"/>
                  <a:ea typeface="Hanken Grotesk ExtraBold"/>
                  <a:cs typeface="Hanken Grotesk ExtraBold"/>
                  <a:sym typeface="Hanken Grotesk ExtraBold"/>
                </a:rPr>
                <a:t>₹19</a:t>
              </a:r>
              <a:r>
                <a:rPr lang="en" sz="3800">
                  <a:solidFill>
                    <a:srgbClr val="0F172A"/>
                  </a:solidFill>
                  <a:latin typeface="Hanken Grotesk ExtraBold"/>
                  <a:ea typeface="Hanken Grotesk ExtraBold"/>
                  <a:cs typeface="Hanken Grotesk ExtraBold"/>
                  <a:sym typeface="Hanken Grotesk ExtraBold"/>
                </a:rPr>
                <a:t>8</a:t>
              </a:r>
              <a:r>
                <a:rPr lang="en" sz="3800" b="0">
                  <a:solidFill>
                    <a:srgbClr val="0F172A"/>
                  </a:solidFill>
                  <a:latin typeface="Hanken Grotesk ExtraBold"/>
                  <a:ea typeface="Hanken Grotesk ExtraBold"/>
                  <a:cs typeface="Hanken Grotesk ExtraBold"/>
                  <a:sym typeface="Hanken Grotesk ExtraBold"/>
                </a:rPr>
                <a:t> Cr</a:t>
              </a:r>
              <a:endParaRPr sz="3800" b="0">
                <a:solidFill>
                  <a:srgbClr val="0F172A"/>
                </a:solidFill>
                <a:latin typeface="Hanken Grotesk ExtraBold"/>
                <a:ea typeface="Hanken Grotesk ExtraBold"/>
                <a:cs typeface="Hanken Grotesk ExtraBold"/>
                <a:sym typeface="Hanken Grotesk Extra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lost to employment scams in 2023 alone across the region. </a:t>
              </a:r>
              <a:r>
                <a:rPr lang="en" sz="11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As per </a:t>
              </a: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Akhil Barathiya Suraksha Sangatham</a:t>
              </a:r>
              <a:endParaRPr sz="12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1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41" name="Google Shape;641;p49"/>
          <p:cNvGrpSpPr/>
          <p:nvPr/>
        </p:nvGrpSpPr>
        <p:grpSpPr>
          <a:xfrm>
            <a:off x="6082275" y="1986400"/>
            <a:ext cx="2457600" cy="1857375"/>
            <a:chOff x="0" y="0"/>
            <a:chExt cx="2457600" cy="1857375"/>
          </a:xfrm>
        </p:grpSpPr>
        <p:sp>
          <p:nvSpPr>
            <p:cNvPr id="642" name="Google Shape;642;p49"/>
            <p:cNvSpPr/>
            <p:nvPr/>
          </p:nvSpPr>
          <p:spPr>
            <a:xfrm>
              <a:off x="0" y="0"/>
              <a:ext cx="2457600" cy="3810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49"/>
            <p:cNvSpPr txBox="1"/>
            <p:nvPr/>
          </p:nvSpPr>
          <p:spPr>
            <a:xfrm>
              <a:off x="0" y="142875"/>
              <a:ext cx="24576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800">
                  <a:solidFill>
                    <a:srgbClr val="0F172A"/>
                  </a:solidFill>
                  <a:latin typeface="Hanken Grotesk ExtraBold"/>
                  <a:ea typeface="Hanken Grotesk ExtraBold"/>
                  <a:cs typeface="Hanken Grotesk ExtraBold"/>
                  <a:sym typeface="Hanken Grotesk ExtraBold"/>
                </a:rPr>
                <a:t>89</a:t>
              </a:r>
              <a:r>
                <a:rPr lang="en" sz="3800" b="0">
                  <a:solidFill>
                    <a:srgbClr val="0F172A"/>
                  </a:solidFill>
                  <a:latin typeface="Hanken Grotesk ExtraBold"/>
                  <a:ea typeface="Hanken Grotesk ExtraBold"/>
                  <a:cs typeface="Hanken Grotesk ExtraBold"/>
                  <a:sym typeface="Hanken Grotesk ExtraBold"/>
                </a:rPr>
                <a:t>%</a:t>
              </a:r>
              <a:endParaRPr sz="3800" b="0">
                <a:solidFill>
                  <a:srgbClr val="0F172A"/>
                </a:solidFill>
                <a:latin typeface="Hanken Grotesk ExtraBold"/>
                <a:ea typeface="Hanken Grotesk ExtraBold"/>
                <a:cs typeface="Hanken Grotesk ExtraBold"/>
                <a:sym typeface="Hanken Grotesk ExtraBold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150" b="0">
                  <a:solidFill>
                    <a:srgbClr val="475569"/>
                  </a:solidFill>
                  <a:latin typeface="Inter"/>
                  <a:ea typeface="Inter"/>
                  <a:cs typeface="Inter"/>
                  <a:sym typeface="Inter"/>
                </a:rPr>
                <a:t>of job seekers report encountering fake offers or phantom listings.(INDEED SURVEY)</a:t>
              </a:r>
              <a:endParaRPr sz="1150" b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8" name="Google Shape;648;p50"/>
          <p:cNvGrpSpPr/>
          <p:nvPr/>
        </p:nvGrpSpPr>
        <p:grpSpPr>
          <a:xfrm>
            <a:off x="285750" y="285750"/>
            <a:ext cx="2381400" cy="4572000"/>
            <a:chOff x="0" y="0"/>
            <a:chExt cx="2381400" cy="4572000"/>
          </a:xfrm>
        </p:grpSpPr>
        <p:sp>
          <p:nvSpPr>
            <p:cNvPr id="649" name="Google Shape;649;p50"/>
            <p:cNvSpPr/>
            <p:nvPr/>
          </p:nvSpPr>
          <p:spPr>
            <a:xfrm>
              <a:off x="0" y="0"/>
              <a:ext cx="2381400" cy="4572000"/>
            </a:xfrm>
            <a:prstGeom prst="roundRect">
              <a:avLst>
                <a:gd name="adj" fmla="val 4800"/>
              </a:avLst>
            </a:prstGeom>
            <a:solidFill>
              <a:srgbClr val="F3F4F6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50"/>
            <p:cNvSpPr txBox="1"/>
            <p:nvPr/>
          </p:nvSpPr>
          <p:spPr>
            <a:xfrm>
              <a:off x="190500" y="238125"/>
              <a:ext cx="2000100" cy="40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5" b="1">
                  <a:solidFill>
                    <a:srgbClr val="111827"/>
                  </a:solidFill>
                  <a:latin typeface="Neuton"/>
                  <a:ea typeface="Neuton"/>
                  <a:cs typeface="Neuton"/>
                  <a:sym typeface="Neuton"/>
                </a:rPr>
                <a:t>TALENTLENS</a:t>
              </a:r>
              <a:endParaRPr sz="2405" b="1">
                <a:solidFill>
                  <a:srgbClr val="111827"/>
                </a:solidFill>
                <a:latin typeface="Neuton"/>
                <a:ea typeface="Neuton"/>
                <a:cs typeface="Neuton"/>
                <a:sym typeface="Neuton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25" b="0">
                  <a:solidFill>
                    <a:srgbClr val="4B5563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rPr>
                <a:t>AI-Job Intelligence Platform</a:t>
              </a:r>
              <a:endParaRPr sz="925" b="0">
                <a:solidFill>
                  <a:srgbClr val="4B5563"/>
                </a:solidFill>
                <a:latin typeface="Hanken Grotesk SemiBold"/>
                <a:ea typeface="Hanken Grotesk SemiBold"/>
                <a:cs typeface="Hanken Grotesk SemiBold"/>
                <a:sym typeface="Hanken Grotesk SemiBold"/>
              </a:endParaRPr>
            </a:p>
            <a:p>
              <a:pPr marL="0" lvl="0" indent="0" algn="l" rtl="0">
                <a:spcBef>
                  <a:spcPts val="1800"/>
                </a:spcBef>
                <a:spcAft>
                  <a:spcPts val="0"/>
                </a:spcAft>
                <a:buNone/>
              </a:pPr>
              <a:r>
                <a:rPr lang="en" sz="1018" b="1">
                  <a:solidFill>
                    <a:srgbClr val="111827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ML-Powered Intelligence</a:t>
              </a:r>
              <a:endParaRPr sz="1018" b="1">
                <a:solidFill>
                  <a:srgbClr val="111827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79">
                  <a:solidFill>
                    <a:srgbClr val="4B556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Salary estimation, scam detection &amp; skill extraction models</a:t>
              </a:r>
              <a:endParaRPr sz="879">
                <a:solidFill>
                  <a:srgbClr val="4B556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018" b="1">
                  <a:solidFill>
                    <a:srgbClr val="111827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Dual Search Engine</a:t>
              </a:r>
              <a:endParaRPr sz="1018" b="1">
                <a:solidFill>
                  <a:srgbClr val="111827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79">
                  <a:solidFill>
                    <a:srgbClr val="4B556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Semantic search (Qdrant) plus full-text search (Elasticsearch)</a:t>
              </a:r>
              <a:endParaRPr sz="879">
                <a:solidFill>
                  <a:srgbClr val="4B556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018" b="1">
                  <a:solidFill>
                    <a:srgbClr val="111827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Production Observability</a:t>
              </a:r>
              <a:endParaRPr sz="1018" b="1">
                <a:solidFill>
                  <a:srgbClr val="111827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79">
                  <a:solidFill>
                    <a:srgbClr val="4B556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Prometheus metrics, Grafana dashboards &amp; MLflow tracking</a:t>
              </a:r>
              <a:endParaRPr sz="879">
                <a:solidFill>
                  <a:srgbClr val="4B556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018" b="1">
                  <a:solidFill>
                    <a:srgbClr val="111827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One-Command Deployment</a:t>
              </a:r>
              <a:endParaRPr sz="1018" b="1">
                <a:solidFill>
                  <a:srgbClr val="111827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  <a:p>
              <a:pPr marL="0" lvl="0" indent="0" algn="l" rtl="0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79">
                  <a:solidFill>
                    <a:srgbClr val="4B5563"/>
                  </a:solidFill>
                  <a:latin typeface="Hanken Grotesk"/>
                  <a:ea typeface="Hanken Grotesk"/>
                  <a:cs typeface="Hanken Grotesk"/>
                  <a:sym typeface="Hanken Grotesk"/>
                </a:rPr>
                <a:t>19 containers launched with a single docker compose command</a:t>
              </a:r>
              <a:endParaRPr sz="879">
                <a:solidFill>
                  <a:srgbClr val="4B5563"/>
                </a:solidFill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651" name="Google Shape;651;p50"/>
          <p:cNvSpPr txBox="1"/>
          <p:nvPr/>
        </p:nvSpPr>
        <p:spPr>
          <a:xfrm>
            <a:off x="2952750" y="285750"/>
            <a:ext cx="5905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111827"/>
                </a:solidFill>
                <a:latin typeface="Neuton"/>
                <a:ea typeface="Neuton"/>
                <a:cs typeface="Neuton"/>
                <a:sym typeface="Neuton"/>
              </a:rPr>
              <a:t>Real-Time 8-Stage Data Pipeline</a:t>
            </a:r>
            <a:endParaRPr sz="2400" b="1">
              <a:solidFill>
                <a:srgbClr val="111827"/>
              </a:solidFill>
              <a:latin typeface="Neuton"/>
              <a:ea typeface="Neuton"/>
              <a:cs typeface="Neuton"/>
              <a:sym typeface="Neuton"/>
            </a:endParaRPr>
          </a:p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B5563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Kafka-orchestrated microservices — from raw scrape to verified, searchable listing</a:t>
            </a:r>
            <a:endParaRPr sz="1100">
              <a:solidFill>
                <a:srgbClr val="4B5563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pSp>
        <p:nvGrpSpPr>
          <p:cNvPr id="652" name="Google Shape;652;p50"/>
          <p:cNvGrpSpPr/>
          <p:nvPr/>
        </p:nvGrpSpPr>
        <p:grpSpPr>
          <a:xfrm>
            <a:off x="2952750" y="1095375"/>
            <a:ext cx="5905500" cy="2238300"/>
            <a:chOff x="0" y="0"/>
            <a:chExt cx="5905500" cy="2238300"/>
          </a:xfrm>
        </p:grpSpPr>
        <p:sp>
          <p:nvSpPr>
            <p:cNvPr id="653" name="Google Shape;653;p50"/>
            <p:cNvSpPr/>
            <p:nvPr/>
          </p:nvSpPr>
          <p:spPr>
            <a:xfrm>
              <a:off x="0" y="0"/>
              <a:ext cx="5905500" cy="2238300"/>
            </a:xfrm>
            <a:prstGeom prst="roundRect">
              <a:avLst>
                <a:gd name="adj" fmla="val 5106"/>
              </a:avLst>
            </a:prstGeom>
            <a:solidFill>
              <a:srgbClr val="FFFFFF"/>
            </a:solidFill>
            <a:ln w="9525" cap="flat" cmpd="sng">
              <a:solidFill>
                <a:srgbClr val="E5E7E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4" name="Google Shape;654;p50"/>
            <p:cNvGrpSpPr/>
            <p:nvPr/>
          </p:nvGrpSpPr>
          <p:grpSpPr>
            <a:xfrm>
              <a:off x="95250" y="314325"/>
              <a:ext cx="5477025" cy="1847775"/>
              <a:chOff x="-95250" y="123825"/>
              <a:chExt cx="5477025" cy="1847775"/>
            </a:xfrm>
          </p:grpSpPr>
          <p:pic>
            <p:nvPicPr>
              <p:cNvPr id="655" name="Google Shape;655;p5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76250" y="323850"/>
                <a:ext cx="7239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6" name="Google Shape;656;p5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09750" y="323850"/>
                <a:ext cx="7239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7" name="Google Shape;657;p5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143250" y="323850"/>
                <a:ext cx="7239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8" name="Google Shape;658;p50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4476750" y="323850"/>
                <a:ext cx="5715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59" name="Google Shape;659;p50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038725" y="333375"/>
                <a:ext cx="19200" cy="1028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60" name="Google Shape;660;p5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476250" y="1371600"/>
                <a:ext cx="7239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61" name="Google Shape;661;p5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809750" y="1371600"/>
                <a:ext cx="7239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62" name="Google Shape;662;p50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3143250" y="1371600"/>
                <a:ext cx="723900" cy="192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63" name="Google Shape;663;p50"/>
              <p:cNvGrpSpPr/>
              <p:nvPr/>
            </p:nvGrpSpPr>
            <p:grpSpPr>
              <a:xfrm>
                <a:off x="-95250" y="123825"/>
                <a:ext cx="666900" cy="800025"/>
                <a:chOff x="-95250" y="28575"/>
                <a:chExt cx="666900" cy="800025"/>
              </a:xfrm>
            </p:grpSpPr>
            <p:sp>
              <p:nvSpPr>
                <p:cNvPr id="664" name="Google Shape;664;p50"/>
                <p:cNvSpPr/>
                <p:nvPr/>
              </p:nvSpPr>
              <p:spPr>
                <a:xfrm>
                  <a:off x="28575" y="28575"/>
                  <a:ext cx="419100" cy="419100"/>
                </a:xfrm>
                <a:prstGeom prst="ellipse">
                  <a:avLst/>
                </a:prstGeom>
                <a:solidFill>
                  <a:srgbClr val="E5E7EB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5" name="Google Shape;665;p50"/>
                <p:cNvSpPr txBox="1"/>
                <p:nvPr/>
              </p:nvSpPr>
              <p:spPr>
                <a:xfrm>
                  <a:off x="47625" y="47625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11182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1</a:t>
                  </a:r>
                  <a:endParaRPr sz="1100" b="1">
                    <a:solidFill>
                      <a:srgbClr val="11182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  <p:sp>
              <p:nvSpPr>
                <p:cNvPr id="666" name="Google Shape;666;p50"/>
                <p:cNvSpPr txBox="1"/>
                <p:nvPr/>
              </p:nvSpPr>
              <p:spPr>
                <a:xfrm>
                  <a:off x="-95250" y="495300"/>
                  <a:ext cx="666900" cy="33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900" b="1">
                      <a:solidFill>
                        <a:srgbClr val="1F293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Collector</a:t>
                  </a:r>
                  <a:endParaRPr sz="900" b="1">
                    <a:solidFill>
                      <a:srgbClr val="1F293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</p:grpSp>
          <p:grpSp>
            <p:nvGrpSpPr>
              <p:cNvPr id="667" name="Google Shape;667;p50"/>
              <p:cNvGrpSpPr/>
              <p:nvPr/>
            </p:nvGrpSpPr>
            <p:grpSpPr>
              <a:xfrm>
                <a:off x="1238250" y="123825"/>
                <a:ext cx="666900" cy="800025"/>
                <a:chOff x="-95250" y="28575"/>
                <a:chExt cx="666900" cy="800025"/>
              </a:xfrm>
            </p:grpSpPr>
            <p:sp>
              <p:nvSpPr>
                <p:cNvPr id="668" name="Google Shape;668;p50"/>
                <p:cNvSpPr/>
                <p:nvPr/>
              </p:nvSpPr>
              <p:spPr>
                <a:xfrm>
                  <a:off x="28575" y="28575"/>
                  <a:ext cx="419100" cy="419100"/>
                </a:xfrm>
                <a:prstGeom prst="ellipse">
                  <a:avLst/>
                </a:prstGeom>
                <a:solidFill>
                  <a:srgbClr val="E5E7EB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69" name="Google Shape;669;p50"/>
                <p:cNvSpPr txBox="1"/>
                <p:nvPr/>
              </p:nvSpPr>
              <p:spPr>
                <a:xfrm>
                  <a:off x="47625" y="47625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11182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2</a:t>
                  </a:r>
                  <a:endParaRPr sz="1100" b="1">
                    <a:solidFill>
                      <a:srgbClr val="11182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  <p:sp>
              <p:nvSpPr>
                <p:cNvPr id="670" name="Google Shape;670;p50"/>
                <p:cNvSpPr txBox="1"/>
                <p:nvPr/>
              </p:nvSpPr>
              <p:spPr>
                <a:xfrm>
                  <a:off x="-95250" y="495300"/>
                  <a:ext cx="666900" cy="33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900" b="1">
                      <a:solidFill>
                        <a:srgbClr val="1F293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Cleaner</a:t>
                  </a:r>
                  <a:endParaRPr sz="900" b="1">
                    <a:solidFill>
                      <a:srgbClr val="1F293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</p:grpSp>
          <p:grpSp>
            <p:nvGrpSpPr>
              <p:cNvPr id="671" name="Google Shape;671;p50"/>
              <p:cNvGrpSpPr/>
              <p:nvPr/>
            </p:nvGrpSpPr>
            <p:grpSpPr>
              <a:xfrm>
                <a:off x="2571750" y="123825"/>
                <a:ext cx="666900" cy="800025"/>
                <a:chOff x="-95250" y="28575"/>
                <a:chExt cx="666900" cy="800025"/>
              </a:xfrm>
            </p:grpSpPr>
            <p:sp>
              <p:nvSpPr>
                <p:cNvPr id="672" name="Google Shape;672;p50"/>
                <p:cNvSpPr/>
                <p:nvPr/>
              </p:nvSpPr>
              <p:spPr>
                <a:xfrm>
                  <a:off x="28575" y="28575"/>
                  <a:ext cx="419100" cy="419100"/>
                </a:xfrm>
                <a:prstGeom prst="ellipse">
                  <a:avLst/>
                </a:prstGeom>
                <a:solidFill>
                  <a:srgbClr val="E5E7EB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3" name="Google Shape;673;p50"/>
                <p:cNvSpPr txBox="1"/>
                <p:nvPr/>
              </p:nvSpPr>
              <p:spPr>
                <a:xfrm>
                  <a:off x="47625" y="47625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11182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3</a:t>
                  </a:r>
                  <a:endParaRPr sz="1100" b="1">
                    <a:solidFill>
                      <a:srgbClr val="11182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  <p:sp>
              <p:nvSpPr>
                <p:cNvPr id="674" name="Google Shape;674;p50"/>
                <p:cNvSpPr txBox="1"/>
                <p:nvPr/>
              </p:nvSpPr>
              <p:spPr>
                <a:xfrm>
                  <a:off x="-95250" y="495300"/>
                  <a:ext cx="666900" cy="33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33" b="1">
                      <a:solidFill>
                        <a:srgbClr val="1F293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Deduplicator</a:t>
                  </a:r>
                  <a:endParaRPr sz="833" b="1">
                    <a:solidFill>
                      <a:srgbClr val="1F293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</p:grpSp>
          <p:grpSp>
            <p:nvGrpSpPr>
              <p:cNvPr id="675" name="Google Shape;675;p50"/>
              <p:cNvGrpSpPr/>
              <p:nvPr/>
            </p:nvGrpSpPr>
            <p:grpSpPr>
              <a:xfrm>
                <a:off x="3905250" y="123825"/>
                <a:ext cx="666900" cy="800025"/>
                <a:chOff x="-95250" y="28575"/>
                <a:chExt cx="666900" cy="800025"/>
              </a:xfrm>
            </p:grpSpPr>
            <p:sp>
              <p:nvSpPr>
                <p:cNvPr id="676" name="Google Shape;676;p50"/>
                <p:cNvSpPr/>
                <p:nvPr/>
              </p:nvSpPr>
              <p:spPr>
                <a:xfrm>
                  <a:off x="28575" y="28575"/>
                  <a:ext cx="419100" cy="419100"/>
                </a:xfrm>
                <a:prstGeom prst="ellipse">
                  <a:avLst/>
                </a:prstGeom>
                <a:solidFill>
                  <a:srgbClr val="E5E7EB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77" name="Google Shape;677;p50"/>
                <p:cNvSpPr txBox="1"/>
                <p:nvPr/>
              </p:nvSpPr>
              <p:spPr>
                <a:xfrm>
                  <a:off x="47625" y="47625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11182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4</a:t>
                  </a:r>
                  <a:endParaRPr sz="1100" b="1">
                    <a:solidFill>
                      <a:srgbClr val="11182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  <p:sp>
              <p:nvSpPr>
                <p:cNvPr id="678" name="Google Shape;678;p50"/>
                <p:cNvSpPr txBox="1"/>
                <p:nvPr/>
              </p:nvSpPr>
              <p:spPr>
                <a:xfrm>
                  <a:off x="-95250" y="495300"/>
                  <a:ext cx="666900" cy="33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900" b="1">
                      <a:solidFill>
                        <a:srgbClr val="1F293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Enrichment</a:t>
                  </a:r>
                  <a:endParaRPr sz="900" b="1">
                    <a:solidFill>
                      <a:srgbClr val="1F293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</p:grpSp>
          <p:grpSp>
            <p:nvGrpSpPr>
              <p:cNvPr id="679" name="Google Shape;679;p50"/>
              <p:cNvGrpSpPr/>
              <p:nvPr/>
            </p:nvGrpSpPr>
            <p:grpSpPr>
              <a:xfrm>
                <a:off x="4714875" y="1171575"/>
                <a:ext cx="666900" cy="800025"/>
                <a:chOff x="-95250" y="28575"/>
                <a:chExt cx="666900" cy="800025"/>
              </a:xfrm>
            </p:grpSpPr>
            <p:sp>
              <p:nvSpPr>
                <p:cNvPr id="680" name="Google Shape;680;p50"/>
                <p:cNvSpPr/>
                <p:nvPr/>
              </p:nvSpPr>
              <p:spPr>
                <a:xfrm>
                  <a:off x="28575" y="28575"/>
                  <a:ext cx="419100" cy="419100"/>
                </a:xfrm>
                <a:prstGeom prst="ellipse">
                  <a:avLst/>
                </a:prstGeom>
                <a:solidFill>
                  <a:srgbClr val="E5E7EB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1" name="Google Shape;681;p50"/>
                <p:cNvSpPr txBox="1"/>
                <p:nvPr/>
              </p:nvSpPr>
              <p:spPr>
                <a:xfrm>
                  <a:off x="47625" y="47625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11182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5</a:t>
                  </a:r>
                  <a:endParaRPr sz="1100" b="1">
                    <a:solidFill>
                      <a:srgbClr val="11182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  <p:sp>
              <p:nvSpPr>
                <p:cNvPr id="682" name="Google Shape;682;p50"/>
                <p:cNvSpPr txBox="1"/>
                <p:nvPr/>
              </p:nvSpPr>
              <p:spPr>
                <a:xfrm>
                  <a:off x="-95250" y="495300"/>
                  <a:ext cx="666900" cy="33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900" b="1">
                      <a:solidFill>
                        <a:srgbClr val="1F293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Verifier</a:t>
                  </a:r>
                  <a:endParaRPr sz="900" b="1">
                    <a:solidFill>
                      <a:srgbClr val="1F293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</p:grpSp>
          <p:grpSp>
            <p:nvGrpSpPr>
              <p:cNvPr id="683" name="Google Shape;683;p50"/>
              <p:cNvGrpSpPr/>
              <p:nvPr/>
            </p:nvGrpSpPr>
            <p:grpSpPr>
              <a:xfrm>
                <a:off x="3381375" y="1171575"/>
                <a:ext cx="666900" cy="800025"/>
                <a:chOff x="-95250" y="28575"/>
                <a:chExt cx="666900" cy="800025"/>
              </a:xfrm>
            </p:grpSpPr>
            <p:sp>
              <p:nvSpPr>
                <p:cNvPr id="684" name="Google Shape;684;p50"/>
                <p:cNvSpPr/>
                <p:nvPr/>
              </p:nvSpPr>
              <p:spPr>
                <a:xfrm>
                  <a:off x="28575" y="28575"/>
                  <a:ext cx="419100" cy="419100"/>
                </a:xfrm>
                <a:prstGeom prst="ellipse">
                  <a:avLst/>
                </a:prstGeom>
                <a:solidFill>
                  <a:srgbClr val="E5E7EB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5" name="Google Shape;685;p50"/>
                <p:cNvSpPr txBox="1"/>
                <p:nvPr/>
              </p:nvSpPr>
              <p:spPr>
                <a:xfrm>
                  <a:off x="47625" y="47625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11182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6</a:t>
                  </a:r>
                  <a:endParaRPr sz="1100" b="1">
                    <a:solidFill>
                      <a:srgbClr val="11182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  <p:sp>
              <p:nvSpPr>
                <p:cNvPr id="686" name="Google Shape;686;p50"/>
                <p:cNvSpPr txBox="1"/>
                <p:nvPr/>
              </p:nvSpPr>
              <p:spPr>
                <a:xfrm>
                  <a:off x="-95250" y="495300"/>
                  <a:ext cx="666900" cy="33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900" b="1">
                      <a:solidFill>
                        <a:srgbClr val="1F293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Embedder</a:t>
                  </a:r>
                  <a:endParaRPr sz="900" b="1">
                    <a:solidFill>
                      <a:srgbClr val="1F293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</p:grpSp>
          <p:grpSp>
            <p:nvGrpSpPr>
              <p:cNvPr id="687" name="Google Shape;687;p50"/>
              <p:cNvGrpSpPr/>
              <p:nvPr/>
            </p:nvGrpSpPr>
            <p:grpSpPr>
              <a:xfrm>
                <a:off x="2047875" y="1171575"/>
                <a:ext cx="666900" cy="800025"/>
                <a:chOff x="-95250" y="28575"/>
                <a:chExt cx="666900" cy="800025"/>
              </a:xfrm>
            </p:grpSpPr>
            <p:sp>
              <p:nvSpPr>
                <p:cNvPr id="688" name="Google Shape;688;p50"/>
                <p:cNvSpPr/>
                <p:nvPr/>
              </p:nvSpPr>
              <p:spPr>
                <a:xfrm>
                  <a:off x="28575" y="28575"/>
                  <a:ext cx="419100" cy="419100"/>
                </a:xfrm>
                <a:prstGeom prst="ellipse">
                  <a:avLst/>
                </a:prstGeom>
                <a:solidFill>
                  <a:srgbClr val="E5E7EB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89" name="Google Shape;689;p50"/>
                <p:cNvSpPr txBox="1"/>
                <p:nvPr/>
              </p:nvSpPr>
              <p:spPr>
                <a:xfrm>
                  <a:off x="47625" y="47625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11182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7</a:t>
                  </a:r>
                  <a:endParaRPr sz="1100" b="1">
                    <a:solidFill>
                      <a:srgbClr val="11182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  <p:sp>
              <p:nvSpPr>
                <p:cNvPr id="690" name="Google Shape;690;p50"/>
                <p:cNvSpPr txBox="1"/>
                <p:nvPr/>
              </p:nvSpPr>
              <p:spPr>
                <a:xfrm>
                  <a:off x="-95250" y="495300"/>
                  <a:ext cx="666900" cy="33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900" b="1">
                      <a:solidFill>
                        <a:srgbClr val="1F293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Notifier</a:t>
                  </a:r>
                  <a:endParaRPr sz="900" b="1">
                    <a:solidFill>
                      <a:srgbClr val="1F293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</p:grpSp>
          <p:grpSp>
            <p:nvGrpSpPr>
              <p:cNvPr id="691" name="Google Shape;691;p50"/>
              <p:cNvGrpSpPr/>
              <p:nvPr/>
            </p:nvGrpSpPr>
            <p:grpSpPr>
              <a:xfrm>
                <a:off x="714375" y="1171575"/>
                <a:ext cx="666900" cy="800025"/>
                <a:chOff x="-95250" y="28575"/>
                <a:chExt cx="666900" cy="800025"/>
              </a:xfrm>
            </p:grpSpPr>
            <p:sp>
              <p:nvSpPr>
                <p:cNvPr id="692" name="Google Shape;692;p50"/>
                <p:cNvSpPr/>
                <p:nvPr/>
              </p:nvSpPr>
              <p:spPr>
                <a:xfrm>
                  <a:off x="28575" y="28575"/>
                  <a:ext cx="419100" cy="419100"/>
                </a:xfrm>
                <a:prstGeom prst="ellipse">
                  <a:avLst/>
                </a:prstGeom>
                <a:solidFill>
                  <a:srgbClr val="E5E7EB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693" name="Google Shape;693;p50"/>
                <p:cNvSpPr txBox="1"/>
                <p:nvPr/>
              </p:nvSpPr>
              <p:spPr>
                <a:xfrm>
                  <a:off x="47625" y="47625"/>
                  <a:ext cx="381000" cy="381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100" b="1">
                      <a:solidFill>
                        <a:srgbClr val="11182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8</a:t>
                  </a:r>
                  <a:endParaRPr sz="1100" b="1">
                    <a:solidFill>
                      <a:srgbClr val="11182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  <p:sp>
              <p:nvSpPr>
                <p:cNvPr id="694" name="Google Shape;694;p50"/>
                <p:cNvSpPr txBox="1"/>
                <p:nvPr/>
              </p:nvSpPr>
              <p:spPr>
                <a:xfrm>
                  <a:off x="-95250" y="495300"/>
                  <a:ext cx="666900" cy="333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900" b="1">
                      <a:solidFill>
                        <a:srgbClr val="1F2937"/>
                      </a:solidFill>
                      <a:latin typeface="Hanken Grotesk"/>
                      <a:ea typeface="Hanken Grotesk"/>
                      <a:cs typeface="Hanken Grotesk"/>
                      <a:sym typeface="Hanken Grotesk"/>
                    </a:rPr>
                    <a:t>Gateway</a:t>
                  </a:r>
                  <a:endParaRPr sz="900" b="1">
                    <a:solidFill>
                      <a:srgbClr val="1F2937"/>
                    </a:solidFill>
                    <a:latin typeface="Hanken Grotesk"/>
                    <a:ea typeface="Hanken Grotesk"/>
                    <a:cs typeface="Hanken Grotesk"/>
                    <a:sym typeface="Hanken Grotesk"/>
                  </a:endParaRPr>
                </a:p>
              </p:txBody>
            </p:sp>
          </p:grpSp>
        </p:grpSp>
      </p:grpSp>
      <p:sp>
        <p:nvSpPr>
          <p:cNvPr id="695" name="Google Shape;695;p50"/>
          <p:cNvSpPr txBox="1"/>
          <p:nvPr/>
        </p:nvSpPr>
        <p:spPr>
          <a:xfrm>
            <a:off x="2952750" y="3429000"/>
            <a:ext cx="5905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 b="1">
                <a:solidFill>
                  <a:srgbClr val="37415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POWERED BY:</a:t>
            </a:r>
            <a:r>
              <a:rPr lang="en" sz="850" b="1">
                <a:solidFill>
                  <a:srgbClr val="6B728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FastAPI • MongoDB • Redis • Redpanda • Qdrant • Elasticsearch • Docker • Grafana</a:t>
            </a:r>
            <a:endParaRPr sz="850" b="1">
              <a:solidFill>
                <a:srgbClr val="6B728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grpSp>
        <p:nvGrpSpPr>
          <p:cNvPr id="696" name="Google Shape;696;p50"/>
          <p:cNvGrpSpPr/>
          <p:nvPr/>
        </p:nvGrpSpPr>
        <p:grpSpPr>
          <a:xfrm>
            <a:off x="2952750" y="3905250"/>
            <a:ext cx="5905650" cy="952500"/>
            <a:chOff x="0" y="0"/>
            <a:chExt cx="5905650" cy="952500"/>
          </a:xfrm>
        </p:grpSpPr>
        <p:grpSp>
          <p:nvGrpSpPr>
            <p:cNvPr id="697" name="Google Shape;697;p50"/>
            <p:cNvGrpSpPr/>
            <p:nvPr/>
          </p:nvGrpSpPr>
          <p:grpSpPr>
            <a:xfrm>
              <a:off x="0" y="0"/>
              <a:ext cx="1381200" cy="952500"/>
              <a:chOff x="0" y="0"/>
              <a:chExt cx="1381200" cy="952500"/>
            </a:xfrm>
          </p:grpSpPr>
          <p:sp>
            <p:nvSpPr>
              <p:cNvPr id="698" name="Google Shape;698;p50"/>
              <p:cNvSpPr/>
              <p:nvPr/>
            </p:nvSpPr>
            <p:spPr>
              <a:xfrm>
                <a:off x="0" y="0"/>
                <a:ext cx="13812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3F4F6"/>
              </a:solidFill>
              <a:ln w="9525" cap="flat" cmpd="sng">
                <a:solidFill>
                  <a:srgbClr val="E5E7E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Google Shape;699;p50"/>
              <p:cNvSpPr txBox="1"/>
              <p:nvPr/>
            </p:nvSpPr>
            <p:spPr>
              <a:xfrm>
                <a:off x="142875" y="142875"/>
                <a:ext cx="10953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 b="0">
                    <a:solidFill>
                      <a:srgbClr val="111827"/>
                    </a:solidFill>
                    <a:latin typeface="Hanken Grotesk ExtraBold"/>
                    <a:ea typeface="Hanken Grotesk ExtraBold"/>
                    <a:cs typeface="Hanken Grotesk ExtraBold"/>
                    <a:sym typeface="Hanken Grotesk ExtraBold"/>
                  </a:rPr>
                  <a:t>19</a:t>
                </a:r>
                <a:endParaRPr sz="2400" b="0">
                  <a:solidFill>
                    <a:srgbClr val="111827"/>
                  </a:solidFill>
                  <a:latin typeface="Hanken Grotesk ExtraBold"/>
                  <a:ea typeface="Hanken Grotesk ExtraBold"/>
                  <a:cs typeface="Hanken Grotesk ExtraBold"/>
                  <a:sym typeface="Hanken Grotesk Extra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4B5563"/>
                    </a:solidFill>
                    <a:latin typeface="Hanken Grotesk SemiBold"/>
                    <a:ea typeface="Hanken Grotesk SemiBold"/>
                    <a:cs typeface="Hanken Grotesk SemiBold"/>
                    <a:sym typeface="Hanken Grotesk SemiBold"/>
                  </a:rPr>
                  <a:t>Containers Deployed</a:t>
                </a:r>
                <a:endParaRPr sz="900" b="0">
                  <a:solidFill>
                    <a:srgbClr val="4B5563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endParaRPr>
              </a:p>
            </p:txBody>
          </p:sp>
        </p:grpSp>
        <p:grpSp>
          <p:nvGrpSpPr>
            <p:cNvPr id="700" name="Google Shape;700;p50"/>
            <p:cNvGrpSpPr/>
            <p:nvPr/>
          </p:nvGrpSpPr>
          <p:grpSpPr>
            <a:xfrm>
              <a:off x="1504950" y="0"/>
              <a:ext cx="1381200" cy="952500"/>
              <a:chOff x="0" y="0"/>
              <a:chExt cx="1381200" cy="952500"/>
            </a:xfrm>
          </p:grpSpPr>
          <p:sp>
            <p:nvSpPr>
              <p:cNvPr id="701" name="Google Shape;701;p50"/>
              <p:cNvSpPr/>
              <p:nvPr/>
            </p:nvSpPr>
            <p:spPr>
              <a:xfrm>
                <a:off x="0" y="0"/>
                <a:ext cx="13812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3F4F6"/>
              </a:solidFill>
              <a:ln w="9525" cap="flat" cmpd="sng">
                <a:solidFill>
                  <a:srgbClr val="E5E7E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Google Shape;702;p50"/>
              <p:cNvSpPr txBox="1"/>
              <p:nvPr/>
            </p:nvSpPr>
            <p:spPr>
              <a:xfrm>
                <a:off x="142875" y="142875"/>
                <a:ext cx="10953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 b="0">
                    <a:solidFill>
                      <a:srgbClr val="111827"/>
                    </a:solidFill>
                    <a:latin typeface="Hanken Grotesk ExtraBold"/>
                    <a:ea typeface="Hanken Grotesk ExtraBold"/>
                    <a:cs typeface="Hanken Grotesk ExtraBold"/>
                    <a:sym typeface="Hanken Grotesk ExtraBold"/>
                  </a:rPr>
                  <a:t>8</a:t>
                </a:r>
                <a:endParaRPr sz="2400" b="0">
                  <a:solidFill>
                    <a:srgbClr val="111827"/>
                  </a:solidFill>
                  <a:latin typeface="Hanken Grotesk ExtraBold"/>
                  <a:ea typeface="Hanken Grotesk ExtraBold"/>
                  <a:cs typeface="Hanken Grotesk ExtraBold"/>
                  <a:sym typeface="Hanken Grotesk Extra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4B5563"/>
                    </a:solidFill>
                    <a:latin typeface="Hanken Grotesk SemiBold"/>
                    <a:ea typeface="Hanken Grotesk SemiBold"/>
                    <a:cs typeface="Hanken Grotesk SemiBold"/>
                    <a:sym typeface="Hanken Grotesk SemiBold"/>
                  </a:rPr>
                  <a:t>Microservices</a:t>
                </a:r>
                <a:endParaRPr sz="900" b="0">
                  <a:solidFill>
                    <a:srgbClr val="4B5563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endParaRPr>
              </a:p>
            </p:txBody>
          </p:sp>
        </p:grpSp>
        <p:grpSp>
          <p:nvGrpSpPr>
            <p:cNvPr id="703" name="Google Shape;703;p50"/>
            <p:cNvGrpSpPr/>
            <p:nvPr/>
          </p:nvGrpSpPr>
          <p:grpSpPr>
            <a:xfrm>
              <a:off x="3009900" y="0"/>
              <a:ext cx="1381200" cy="952500"/>
              <a:chOff x="0" y="0"/>
              <a:chExt cx="1381200" cy="952500"/>
            </a:xfrm>
          </p:grpSpPr>
          <p:sp>
            <p:nvSpPr>
              <p:cNvPr id="704" name="Google Shape;704;p50"/>
              <p:cNvSpPr/>
              <p:nvPr/>
            </p:nvSpPr>
            <p:spPr>
              <a:xfrm>
                <a:off x="0" y="0"/>
                <a:ext cx="13812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3F4F6"/>
              </a:solidFill>
              <a:ln w="9525" cap="flat" cmpd="sng">
                <a:solidFill>
                  <a:srgbClr val="E5E7E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Google Shape;705;p50"/>
              <p:cNvSpPr txBox="1"/>
              <p:nvPr/>
            </p:nvSpPr>
            <p:spPr>
              <a:xfrm>
                <a:off x="142875" y="142875"/>
                <a:ext cx="10953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 b="0">
                    <a:solidFill>
                      <a:srgbClr val="111827"/>
                    </a:solidFill>
                    <a:latin typeface="Hanken Grotesk ExtraBold"/>
                    <a:ea typeface="Hanken Grotesk ExtraBold"/>
                    <a:cs typeface="Hanken Grotesk ExtraBold"/>
                    <a:sym typeface="Hanken Grotesk ExtraBold"/>
                  </a:rPr>
                  <a:t>3</a:t>
                </a:r>
                <a:endParaRPr sz="2400" b="0">
                  <a:solidFill>
                    <a:srgbClr val="111827"/>
                  </a:solidFill>
                  <a:latin typeface="Hanken Grotesk ExtraBold"/>
                  <a:ea typeface="Hanken Grotesk ExtraBold"/>
                  <a:cs typeface="Hanken Grotesk ExtraBold"/>
                  <a:sym typeface="Hanken Grotesk Extra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4B5563"/>
                    </a:solidFill>
                    <a:latin typeface="Hanken Grotesk SemiBold"/>
                    <a:ea typeface="Hanken Grotesk SemiBold"/>
                    <a:cs typeface="Hanken Grotesk SemiBold"/>
                    <a:sym typeface="Hanken Grotesk SemiBold"/>
                  </a:rPr>
                  <a:t>ML Models</a:t>
                </a:r>
                <a:endParaRPr sz="900" b="0">
                  <a:solidFill>
                    <a:srgbClr val="4B5563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endParaRPr>
              </a:p>
            </p:txBody>
          </p:sp>
        </p:grpSp>
        <p:grpSp>
          <p:nvGrpSpPr>
            <p:cNvPr id="706" name="Google Shape;706;p50"/>
            <p:cNvGrpSpPr/>
            <p:nvPr/>
          </p:nvGrpSpPr>
          <p:grpSpPr>
            <a:xfrm>
              <a:off x="4514850" y="0"/>
              <a:ext cx="1390800" cy="952500"/>
              <a:chOff x="0" y="0"/>
              <a:chExt cx="1390800" cy="952500"/>
            </a:xfrm>
          </p:grpSpPr>
          <p:sp>
            <p:nvSpPr>
              <p:cNvPr id="707" name="Google Shape;707;p50"/>
              <p:cNvSpPr/>
              <p:nvPr/>
            </p:nvSpPr>
            <p:spPr>
              <a:xfrm>
                <a:off x="0" y="0"/>
                <a:ext cx="1390800" cy="952500"/>
              </a:xfrm>
              <a:prstGeom prst="roundRect">
                <a:avLst>
                  <a:gd name="adj" fmla="val 8000"/>
                </a:avLst>
              </a:prstGeom>
              <a:solidFill>
                <a:srgbClr val="F3F4F6"/>
              </a:solidFill>
              <a:ln w="9525" cap="flat" cmpd="sng">
                <a:solidFill>
                  <a:srgbClr val="E5E7E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50"/>
              <p:cNvSpPr txBox="1"/>
              <p:nvPr/>
            </p:nvSpPr>
            <p:spPr>
              <a:xfrm>
                <a:off x="142875" y="142875"/>
                <a:ext cx="1104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400" b="0">
                    <a:solidFill>
                      <a:srgbClr val="111827"/>
                    </a:solidFill>
                    <a:latin typeface="Hanken Grotesk ExtraBold"/>
                    <a:ea typeface="Hanken Grotesk ExtraBold"/>
                    <a:cs typeface="Hanken Grotesk ExtraBold"/>
                    <a:sym typeface="Hanken Grotesk ExtraBold"/>
                  </a:rPr>
                  <a:t>2</a:t>
                </a:r>
                <a:endParaRPr sz="2400" b="0">
                  <a:solidFill>
                    <a:srgbClr val="111827"/>
                  </a:solidFill>
                  <a:latin typeface="Hanken Grotesk ExtraBold"/>
                  <a:ea typeface="Hanken Grotesk ExtraBold"/>
                  <a:cs typeface="Hanken Grotesk ExtraBold"/>
                  <a:sym typeface="Hanken Grotesk ExtraBold"/>
                </a:endParaRPr>
              </a:p>
              <a:p>
                <a:pPr marL="0" lvl="0" indent="0" algn="l" rtl="0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" sz="900" b="0">
                    <a:solidFill>
                      <a:srgbClr val="4B5563"/>
                    </a:solidFill>
                    <a:latin typeface="Hanken Grotesk SemiBold"/>
                    <a:ea typeface="Hanken Grotesk SemiBold"/>
                    <a:cs typeface="Hanken Grotesk SemiBold"/>
                    <a:sym typeface="Hanken Grotesk SemiBold"/>
                  </a:rPr>
                  <a:t>Search Engines</a:t>
                </a:r>
                <a:endParaRPr sz="900" b="0">
                  <a:solidFill>
                    <a:srgbClr val="4B5563"/>
                  </a:solidFill>
                  <a:latin typeface="Hanken Grotesk SemiBold"/>
                  <a:ea typeface="Hanken Grotesk SemiBold"/>
                  <a:cs typeface="Hanken Grotesk SemiBold"/>
                  <a:sym typeface="Hanken Grotesk SemiBold"/>
                </a:endParaRPr>
              </a:p>
            </p:txBody>
          </p:sp>
        </p:grpSp>
      </p:grpSp>
      <p:sp>
        <p:nvSpPr>
          <p:cNvPr id="709" name="Google Shape;709;p5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4" name="Google Shape;714;p51"/>
          <p:cNvCxnSpPr/>
          <p:nvPr/>
        </p:nvCxnSpPr>
        <p:spPr>
          <a:xfrm rot="10800000">
            <a:off x="-2100" y="4759975"/>
            <a:ext cx="914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15" name="Google Shape;715;p51"/>
          <p:cNvSpPr txBox="1">
            <a:spLocks noGrp="1"/>
          </p:cNvSpPr>
          <p:nvPr>
            <p:ph type="title"/>
          </p:nvPr>
        </p:nvSpPr>
        <p:spPr>
          <a:xfrm>
            <a:off x="-2450" y="4759975"/>
            <a:ext cx="9150600" cy="383400"/>
          </a:xfrm>
          <a:prstGeom prst="rect">
            <a:avLst/>
          </a:prstGeom>
        </p:spPr>
        <p:txBody>
          <a:bodyPr spcFirstLastPara="1" wrap="square" lIns="108000" tIns="0" rIns="10800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1100"/>
              <a:t>TALENTLENS</a:t>
            </a:r>
            <a:endParaRPr sz="1100"/>
          </a:p>
        </p:txBody>
      </p:sp>
      <p:pic>
        <p:nvPicPr>
          <p:cNvPr id="716" name="Google Shape;716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00" y="142875"/>
            <a:ext cx="8236200" cy="459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7" name="Google Shape;717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9926"/>
            <a:ext cx="9144002" cy="466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2"/>
          <p:cNvSpPr/>
          <p:nvPr/>
        </p:nvSpPr>
        <p:spPr>
          <a:xfrm>
            <a:off x="912237" y="131788"/>
            <a:ext cx="2245995" cy="360013"/>
          </a:xfrm>
          <a:custGeom>
            <a:avLst/>
            <a:gdLst/>
            <a:ahLst/>
            <a:cxnLst/>
            <a:rect l="l" t="t" r="r" b="b"/>
            <a:pathLst>
              <a:path w="285750" h="45745" extrusionOk="0">
                <a:moveTo>
                  <a:pt x="85067" y="0"/>
                </a:moveTo>
                <a:lnTo>
                  <a:pt x="82600" y="39"/>
                </a:lnTo>
                <a:lnTo>
                  <a:pt x="80250" y="196"/>
                </a:lnTo>
                <a:lnTo>
                  <a:pt x="78017" y="392"/>
                </a:lnTo>
                <a:lnTo>
                  <a:pt x="75824" y="666"/>
                </a:lnTo>
                <a:lnTo>
                  <a:pt x="73748" y="1057"/>
                </a:lnTo>
                <a:lnTo>
                  <a:pt x="71751" y="1449"/>
                </a:lnTo>
                <a:lnTo>
                  <a:pt x="69871" y="1958"/>
                </a:lnTo>
                <a:lnTo>
                  <a:pt x="68030" y="2467"/>
                </a:lnTo>
                <a:lnTo>
                  <a:pt x="66307" y="3055"/>
                </a:lnTo>
                <a:lnTo>
                  <a:pt x="64662" y="3682"/>
                </a:lnTo>
                <a:lnTo>
                  <a:pt x="63095" y="4347"/>
                </a:lnTo>
                <a:lnTo>
                  <a:pt x="61607" y="5013"/>
                </a:lnTo>
                <a:lnTo>
                  <a:pt x="60197" y="5757"/>
                </a:lnTo>
                <a:lnTo>
                  <a:pt x="58905" y="6462"/>
                </a:lnTo>
                <a:lnTo>
                  <a:pt x="57651" y="7206"/>
                </a:lnTo>
                <a:lnTo>
                  <a:pt x="56476" y="7951"/>
                </a:lnTo>
                <a:lnTo>
                  <a:pt x="55419" y="8695"/>
                </a:lnTo>
                <a:lnTo>
                  <a:pt x="54401" y="9439"/>
                </a:lnTo>
                <a:lnTo>
                  <a:pt x="53461" y="10144"/>
                </a:lnTo>
                <a:lnTo>
                  <a:pt x="52599" y="10888"/>
                </a:lnTo>
                <a:lnTo>
                  <a:pt x="51816" y="11554"/>
                </a:lnTo>
                <a:lnTo>
                  <a:pt x="51111" y="12220"/>
                </a:lnTo>
                <a:lnTo>
                  <a:pt x="49897" y="13434"/>
                </a:lnTo>
                <a:lnTo>
                  <a:pt x="48996" y="14452"/>
                </a:lnTo>
                <a:lnTo>
                  <a:pt x="48330" y="15235"/>
                </a:lnTo>
                <a:lnTo>
                  <a:pt x="47821" y="15901"/>
                </a:lnTo>
                <a:lnTo>
                  <a:pt x="33447" y="32390"/>
                </a:lnTo>
                <a:lnTo>
                  <a:pt x="32429" y="33369"/>
                </a:lnTo>
                <a:lnTo>
                  <a:pt x="31371" y="34348"/>
                </a:lnTo>
                <a:lnTo>
                  <a:pt x="30314" y="35249"/>
                </a:lnTo>
                <a:lnTo>
                  <a:pt x="29217" y="36110"/>
                </a:lnTo>
                <a:lnTo>
                  <a:pt x="28160" y="36933"/>
                </a:lnTo>
                <a:lnTo>
                  <a:pt x="27063" y="37677"/>
                </a:lnTo>
                <a:lnTo>
                  <a:pt x="25967" y="38421"/>
                </a:lnTo>
                <a:lnTo>
                  <a:pt x="24870" y="39087"/>
                </a:lnTo>
                <a:lnTo>
                  <a:pt x="23773" y="39753"/>
                </a:lnTo>
                <a:lnTo>
                  <a:pt x="22677" y="40340"/>
                </a:lnTo>
                <a:lnTo>
                  <a:pt x="21580" y="40889"/>
                </a:lnTo>
                <a:lnTo>
                  <a:pt x="20483" y="41437"/>
                </a:lnTo>
                <a:lnTo>
                  <a:pt x="19348" y="41907"/>
                </a:lnTo>
                <a:lnTo>
                  <a:pt x="18251" y="42377"/>
                </a:lnTo>
                <a:lnTo>
                  <a:pt x="17154" y="42768"/>
                </a:lnTo>
                <a:lnTo>
                  <a:pt x="16058" y="43160"/>
                </a:lnTo>
                <a:lnTo>
                  <a:pt x="14961" y="43513"/>
                </a:lnTo>
                <a:lnTo>
                  <a:pt x="13865" y="43826"/>
                </a:lnTo>
                <a:lnTo>
                  <a:pt x="12807" y="44139"/>
                </a:lnTo>
                <a:lnTo>
                  <a:pt x="11750" y="44374"/>
                </a:lnTo>
                <a:lnTo>
                  <a:pt x="10692" y="44609"/>
                </a:lnTo>
                <a:lnTo>
                  <a:pt x="9635" y="44844"/>
                </a:lnTo>
                <a:lnTo>
                  <a:pt x="7559" y="45197"/>
                </a:lnTo>
                <a:lnTo>
                  <a:pt x="5561" y="45432"/>
                </a:lnTo>
                <a:lnTo>
                  <a:pt x="3642" y="45588"/>
                </a:lnTo>
                <a:lnTo>
                  <a:pt x="1762" y="45706"/>
                </a:lnTo>
                <a:lnTo>
                  <a:pt x="0" y="45745"/>
                </a:lnTo>
                <a:lnTo>
                  <a:pt x="285750" y="45745"/>
                </a:lnTo>
                <a:lnTo>
                  <a:pt x="283988" y="45706"/>
                </a:lnTo>
                <a:lnTo>
                  <a:pt x="282108" y="45588"/>
                </a:lnTo>
                <a:lnTo>
                  <a:pt x="280189" y="45432"/>
                </a:lnTo>
                <a:lnTo>
                  <a:pt x="278191" y="45197"/>
                </a:lnTo>
                <a:lnTo>
                  <a:pt x="276115" y="44844"/>
                </a:lnTo>
                <a:lnTo>
                  <a:pt x="275097" y="44609"/>
                </a:lnTo>
                <a:lnTo>
                  <a:pt x="274000" y="44374"/>
                </a:lnTo>
                <a:lnTo>
                  <a:pt x="272943" y="44139"/>
                </a:lnTo>
                <a:lnTo>
                  <a:pt x="271886" y="43826"/>
                </a:lnTo>
                <a:lnTo>
                  <a:pt x="270789" y="43513"/>
                </a:lnTo>
                <a:lnTo>
                  <a:pt x="269692" y="43160"/>
                </a:lnTo>
                <a:lnTo>
                  <a:pt x="268596" y="42768"/>
                </a:lnTo>
                <a:lnTo>
                  <a:pt x="267499" y="42377"/>
                </a:lnTo>
                <a:lnTo>
                  <a:pt x="266402" y="41907"/>
                </a:lnTo>
                <a:lnTo>
                  <a:pt x="265306" y="41437"/>
                </a:lnTo>
                <a:lnTo>
                  <a:pt x="264170" y="40889"/>
                </a:lnTo>
                <a:lnTo>
                  <a:pt x="263073" y="40340"/>
                </a:lnTo>
                <a:lnTo>
                  <a:pt x="261977" y="39753"/>
                </a:lnTo>
                <a:lnTo>
                  <a:pt x="260880" y="39087"/>
                </a:lnTo>
                <a:lnTo>
                  <a:pt x="259783" y="38421"/>
                </a:lnTo>
                <a:lnTo>
                  <a:pt x="258687" y="37677"/>
                </a:lnTo>
                <a:lnTo>
                  <a:pt x="257590" y="36933"/>
                </a:lnTo>
                <a:lnTo>
                  <a:pt x="256533" y="36110"/>
                </a:lnTo>
                <a:lnTo>
                  <a:pt x="255436" y="35249"/>
                </a:lnTo>
                <a:lnTo>
                  <a:pt x="254379" y="34348"/>
                </a:lnTo>
                <a:lnTo>
                  <a:pt x="253321" y="33369"/>
                </a:lnTo>
                <a:lnTo>
                  <a:pt x="252303" y="32390"/>
                </a:lnTo>
                <a:lnTo>
                  <a:pt x="237929" y="15901"/>
                </a:lnTo>
                <a:lnTo>
                  <a:pt x="237420" y="15235"/>
                </a:lnTo>
                <a:lnTo>
                  <a:pt x="236754" y="14452"/>
                </a:lnTo>
                <a:lnTo>
                  <a:pt x="235853" y="13434"/>
                </a:lnTo>
                <a:lnTo>
                  <a:pt x="234639" y="12220"/>
                </a:lnTo>
                <a:lnTo>
                  <a:pt x="233934" y="11554"/>
                </a:lnTo>
                <a:lnTo>
                  <a:pt x="233151" y="10888"/>
                </a:lnTo>
                <a:lnTo>
                  <a:pt x="232289" y="10144"/>
                </a:lnTo>
                <a:lnTo>
                  <a:pt x="231349" y="9439"/>
                </a:lnTo>
                <a:lnTo>
                  <a:pt x="230370" y="8695"/>
                </a:lnTo>
                <a:lnTo>
                  <a:pt x="229274" y="7951"/>
                </a:lnTo>
                <a:lnTo>
                  <a:pt x="228099" y="7206"/>
                </a:lnTo>
                <a:lnTo>
                  <a:pt x="226885" y="6462"/>
                </a:lnTo>
                <a:lnTo>
                  <a:pt x="225553" y="5757"/>
                </a:lnTo>
                <a:lnTo>
                  <a:pt x="224143" y="5013"/>
                </a:lnTo>
                <a:lnTo>
                  <a:pt x="222655" y="4347"/>
                </a:lnTo>
                <a:lnTo>
                  <a:pt x="221088" y="3682"/>
                </a:lnTo>
                <a:lnTo>
                  <a:pt x="219443" y="3055"/>
                </a:lnTo>
                <a:lnTo>
                  <a:pt x="217720" y="2467"/>
                </a:lnTo>
                <a:lnTo>
                  <a:pt x="215879" y="1958"/>
                </a:lnTo>
                <a:lnTo>
                  <a:pt x="213999" y="1449"/>
                </a:lnTo>
                <a:lnTo>
                  <a:pt x="212002" y="1057"/>
                </a:lnTo>
                <a:lnTo>
                  <a:pt x="209926" y="666"/>
                </a:lnTo>
                <a:lnTo>
                  <a:pt x="207733" y="392"/>
                </a:lnTo>
                <a:lnTo>
                  <a:pt x="205500" y="196"/>
                </a:lnTo>
                <a:lnTo>
                  <a:pt x="203150" y="39"/>
                </a:lnTo>
                <a:lnTo>
                  <a:pt x="20068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723" name="Google Shape;723;p52"/>
          <p:cNvSpPr txBox="1">
            <a:spLocks noGrp="1"/>
          </p:cNvSpPr>
          <p:nvPr>
            <p:ph type="title"/>
          </p:nvPr>
        </p:nvSpPr>
        <p:spPr>
          <a:xfrm>
            <a:off x="593175" y="2152700"/>
            <a:ext cx="7916400" cy="107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br>
              <a:rPr lang="en"/>
            </a:br>
            <a:r>
              <a:rPr lang="en"/>
              <a:t>Thank you!</a:t>
            </a:r>
            <a:endParaRPr/>
          </a:p>
        </p:txBody>
      </p:sp>
      <p:sp>
        <p:nvSpPr>
          <p:cNvPr id="724" name="Google Shape;724;p52"/>
          <p:cNvSpPr txBox="1">
            <a:spLocks noGrp="1"/>
          </p:cNvSpPr>
          <p:nvPr>
            <p:ph type="subTitle" idx="3"/>
          </p:nvPr>
        </p:nvSpPr>
        <p:spPr>
          <a:xfrm>
            <a:off x="1284638" y="214800"/>
            <a:ext cx="1501200" cy="18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TalentLens</a:t>
            </a:r>
            <a:endParaRPr/>
          </a:p>
        </p:txBody>
      </p:sp>
      <p:cxnSp>
        <p:nvCxnSpPr>
          <p:cNvPr id="725" name="Google Shape;725;p52"/>
          <p:cNvCxnSpPr/>
          <p:nvPr/>
        </p:nvCxnSpPr>
        <p:spPr>
          <a:xfrm rot="10800000">
            <a:off x="593700" y="3671900"/>
            <a:ext cx="794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6" name="Google Shape;726;p52"/>
          <p:cNvSpPr txBox="1"/>
          <p:nvPr/>
        </p:nvSpPr>
        <p:spPr>
          <a:xfrm>
            <a:off x="482025" y="918800"/>
            <a:ext cx="7447500" cy="9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“Maximum Opportunity for job seekers .Zero tolerance for fraud”</a:t>
            </a:r>
            <a:endParaRPr sz="1900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ATEGIC PITCH PRESENTATION">
  <a:themeElements>
    <a:clrScheme name="Simple Light">
      <a:dk1>
        <a:srgbClr val="000000"/>
      </a:dk1>
      <a:lt1>
        <a:srgbClr val="FAFAFA"/>
      </a:lt1>
      <a:dk2>
        <a:srgbClr val="CCCCCC"/>
      </a:dk2>
      <a:lt2>
        <a:srgbClr val="F3F3F3"/>
      </a:lt2>
      <a:accent1>
        <a:srgbClr val="FBE2C4"/>
      </a:accent1>
      <a:accent2>
        <a:srgbClr val="FFCCE4"/>
      </a:accent2>
      <a:accent3>
        <a:srgbClr val="C0E9FF"/>
      </a:accent3>
      <a:accent4>
        <a:srgbClr val="D2FD78"/>
      </a:accent4>
      <a:accent5>
        <a:srgbClr val="FAEA32"/>
      </a:accent5>
      <a:accent6>
        <a:srgbClr val="CBB2FE"/>
      </a:accent6>
      <a:hlink>
        <a:srgbClr val="C0E9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Microsoft Office PowerPoint</Application>
  <PresentationFormat>On-screen Show (16:9)</PresentationFormat>
  <Paragraphs>60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Hanken Grotesk SemiBold</vt:lpstr>
      <vt:lpstr>Arial</vt:lpstr>
      <vt:lpstr>Hanken Grotesk Medium</vt:lpstr>
      <vt:lpstr>Neuton</vt:lpstr>
      <vt:lpstr>Hanken Grotesk ExtraBold</vt:lpstr>
      <vt:lpstr>Hanken Grotesk</vt:lpstr>
      <vt:lpstr>Inter</vt:lpstr>
      <vt:lpstr>Hanken Grotesk Light</vt:lpstr>
      <vt:lpstr>Neuton Light</vt:lpstr>
      <vt:lpstr>STRATEGIC PITCH PRESENTATION</vt:lpstr>
      <vt:lpstr>A Multi-Agent Framework for Authentic Job Information Retrieval and Recommendation</vt:lpstr>
      <vt:lpstr>The Invisible Epidemic: Online Employment Fraud Why the modern job search is broken and dangerous.</vt:lpstr>
      <vt:lpstr>PowerPoint Presentation</vt:lpstr>
      <vt:lpstr>TALENTLENS</vt:lpstr>
      <vt:lpstr> 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Rehan Biju</cp:lastModifiedBy>
  <cp:revision>1</cp:revision>
  <dcterms:modified xsi:type="dcterms:W3CDTF">2026-09-04T22:58:25Z</dcterms:modified>
</cp:coreProperties>
</file>